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262" r:id="rId4"/>
    <p:sldId id="267" r:id="rId5"/>
    <p:sldId id="261" r:id="rId6"/>
    <p:sldId id="275" r:id="rId7"/>
    <p:sldId id="269" r:id="rId8"/>
    <p:sldId id="276" r:id="rId9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AFB54-2A20-432E-4DA7-2260A8D23EB8}" v="2558" dt="2025-11-13T12:38:22.251"/>
    <p1510:client id="{36172FD7-C97E-4C35-BEFA-C7CC9C0F9B08}" v="273" dt="2025-11-13T13:01:26.428"/>
    <p1510:client id="{4A0A27FD-77CB-418B-9DA8-6A0E30608CAD}" v="1251" dt="2025-11-13T02:40:59.549"/>
    <p1510:client id="{64CD0145-A75E-7D60-5D39-5E5B5F86E8AA}" v="14" dt="2025-11-13T13:13:56.714"/>
    <p1510:client id="{7AE92230-11B3-CD1A-BEAC-79FC0286EC51}" v="558" dt="2025-11-13T12:58:44.506"/>
    <p1510:client id="{94D3EB90-C63D-127B-3DBB-EF769C80A16E}" v="115" dt="2025-11-13T02:09:09.161"/>
    <p1510:client id="{9B45E31D-D59F-4A2C-FD0A-4DC3B1067F25}" v="79" dt="2025-11-13T02:45:34.556"/>
    <p1510:client id="{DD29F308-59F1-131C-9F24-A1124F347326}" v="19" dt="2025-11-13T13:18:08.645"/>
    <p1510:client id="{DD97E3B4-EDF9-5DF3-FE8A-6A328F702B50}" v="29" dt="2025-11-13T13:19:25.298"/>
  </p1510:revLst>
</p1510:revInfo>
</file>

<file path=ppt/tableStyles.xml><?xml version="1.0" encoding="utf-8"?>
<a:tblStyleLst xmlns:a="http://schemas.openxmlformats.org/drawingml/2006/main" def="{E64462F9-9AF8-48FB-A2FC-0BAF45328B85}">
  <a:tblStyle styleId="{E64462F9-9AF8-48FB-A2FC-0BAF45328B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ecdd5d7e48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280" name="Google Shape;280;gecdd5d7e48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ecdd5d7e48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661" name="Google Shape;661;gecdd5d7e48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f0a8395baa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548" name="Google Shape;1548;gf0a8395baa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f0a8395baa_0_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583" name="Google Shape;583;gf0a8395baa_0_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f0a8395baa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2156" name="Google Shape;2156;gf0a8395baa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ecdd5d7e48_0_1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725" name="Google Shape;1725;gecdd5d7e48_0_1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>
          <a:extLst>
            <a:ext uri="{FF2B5EF4-FFF2-40B4-BE49-F238E27FC236}">
              <a16:creationId xmlns:a16="http://schemas.microsoft.com/office/drawing/2014/main" id="{5D7B54C8-6A38-02EC-E802-6C744E3D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ecdd5d7e48_0_1191:notes">
            <a:extLst>
              <a:ext uri="{FF2B5EF4-FFF2-40B4-BE49-F238E27FC236}">
                <a16:creationId xmlns:a16="http://schemas.microsoft.com/office/drawing/2014/main" id="{21B9CD8C-0066-C4B2-900D-F0EAC6EBB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1725" name="Google Shape;1725;gecdd5d7e48_0_1191:notes">
            <a:extLst>
              <a:ext uri="{FF2B5EF4-FFF2-40B4-BE49-F238E27FC236}">
                <a16:creationId xmlns:a16="http://schemas.microsoft.com/office/drawing/2014/main" id="{EB381392-26A2-E87F-9973-B07C86446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93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772000" y="1176600"/>
            <a:ext cx="3914700" cy="23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772100" y="3484800"/>
            <a:ext cx="39147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3612444" y="978174"/>
            <a:ext cx="5092730" cy="20716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s-ES" sz="3600" b="1">
                <a:latin typeface="Montserrat"/>
              </a:rPr>
              <a:t>Alojamiento de</a:t>
            </a:r>
            <a:br>
              <a:rPr lang="es-ES" sz="3600" b="1">
                <a:latin typeface="Montserrat"/>
              </a:rPr>
            </a:br>
            <a:r>
              <a:rPr lang="es-ES" sz="3600" b="1">
                <a:latin typeface="Montserrat"/>
              </a:rPr>
              <a:t>Servidor Web Cloud</a:t>
            </a:r>
            <a:br>
              <a:rPr lang="es-ES" sz="3600" b="1">
                <a:latin typeface="Montserrat"/>
              </a:rPr>
            </a:br>
            <a:r>
              <a:rPr lang="es-ES" sz="3600" b="1">
                <a:latin typeface="Montserrat"/>
              </a:rPr>
              <a:t>en Dominio</a:t>
            </a:r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4808746" y="3171154"/>
            <a:ext cx="2586803" cy="1432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Andrea Sánchez Reque</a:t>
            </a:r>
          </a:p>
          <a:p>
            <a:pPr algn="r"/>
            <a:r>
              <a:rPr lang="es-ES"/>
              <a:t>Blanca Molero de Ávila</a:t>
            </a:r>
          </a:p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Alejandro Ríos Holguín</a:t>
            </a:r>
          </a:p>
          <a:p>
            <a:pPr marL="0" indent="0" algn="r"/>
            <a:r>
              <a:rPr lang="es-ES"/>
              <a:t>Felipe García </a:t>
            </a:r>
            <a:r>
              <a:rPr lang="es-ES" err="1"/>
              <a:t>Ledrado</a:t>
            </a:r>
            <a:endParaRPr lang="es-ES"/>
          </a:p>
          <a:p>
            <a:pPr marL="0" indent="0" algn="r"/>
            <a:r>
              <a:rPr lang="es-ES"/>
              <a:t>Sergio Siles Gómez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DFBE205-7206-E2AD-DF59-45125770703B}"/>
              </a:ext>
            </a:extLst>
          </p:cNvPr>
          <p:cNvGrpSpPr/>
          <p:nvPr/>
        </p:nvGrpSpPr>
        <p:grpSpPr>
          <a:xfrm>
            <a:off x="262026" y="662628"/>
            <a:ext cx="4305864" cy="3826868"/>
            <a:chOff x="-1015445" y="881143"/>
            <a:chExt cx="4305864" cy="3826868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C0873F76-399B-25E4-2938-8B50AD1713DF}"/>
                </a:ext>
              </a:extLst>
            </p:cNvPr>
            <p:cNvGrpSpPr/>
            <p:nvPr/>
          </p:nvGrpSpPr>
          <p:grpSpPr>
            <a:xfrm rot="4980000">
              <a:off x="2196957" y="3109173"/>
              <a:ext cx="1038639" cy="1148285"/>
              <a:chOff x="2028869" y="1461908"/>
              <a:chExt cx="1038639" cy="1148285"/>
            </a:xfrm>
          </p:grpSpPr>
          <p:sp>
            <p:nvSpPr>
              <p:cNvPr id="61" name="Google Shape;61;p15"/>
              <p:cNvSpPr/>
              <p:nvPr/>
            </p:nvSpPr>
            <p:spPr>
              <a:xfrm>
                <a:off x="2196074" y="1554361"/>
                <a:ext cx="871434" cy="1055832"/>
              </a:xfrm>
              <a:custGeom>
                <a:avLst/>
                <a:gdLst/>
                <a:ahLst/>
                <a:cxnLst/>
                <a:rect l="l" t="t" r="r" b="b"/>
                <a:pathLst>
                  <a:path w="6843" h="8291" extrusionOk="0">
                    <a:moveTo>
                      <a:pt x="5862" y="2901"/>
                    </a:moveTo>
                    <a:cubicBezTo>
                      <a:pt x="5772" y="3357"/>
                      <a:pt x="6043" y="3768"/>
                      <a:pt x="6020" y="4219"/>
                    </a:cubicBezTo>
                    <a:cubicBezTo>
                      <a:pt x="6003" y="4613"/>
                      <a:pt x="5716" y="4900"/>
                      <a:pt x="5384" y="5069"/>
                    </a:cubicBezTo>
                    <a:cubicBezTo>
                      <a:pt x="4967" y="5272"/>
                      <a:pt x="4488" y="5266"/>
                      <a:pt x="4044" y="5368"/>
                    </a:cubicBezTo>
                    <a:cubicBezTo>
                      <a:pt x="3638" y="5464"/>
                      <a:pt x="3266" y="5666"/>
                      <a:pt x="3109" y="6072"/>
                    </a:cubicBezTo>
                    <a:cubicBezTo>
                      <a:pt x="3030" y="6280"/>
                      <a:pt x="3002" y="6500"/>
                      <a:pt x="2951" y="6714"/>
                    </a:cubicBezTo>
                    <a:cubicBezTo>
                      <a:pt x="2906" y="6911"/>
                      <a:pt x="2838" y="7102"/>
                      <a:pt x="2743" y="7283"/>
                    </a:cubicBezTo>
                    <a:cubicBezTo>
                      <a:pt x="2562" y="7620"/>
                      <a:pt x="2286" y="7919"/>
                      <a:pt x="1937" y="8088"/>
                    </a:cubicBezTo>
                    <a:cubicBezTo>
                      <a:pt x="1594" y="8257"/>
                      <a:pt x="1183" y="8291"/>
                      <a:pt x="817" y="8167"/>
                    </a:cubicBezTo>
                    <a:cubicBezTo>
                      <a:pt x="473" y="8048"/>
                      <a:pt x="197" y="7784"/>
                      <a:pt x="85" y="7429"/>
                    </a:cubicBezTo>
                    <a:cubicBezTo>
                      <a:pt x="0" y="7187"/>
                      <a:pt x="6" y="6916"/>
                      <a:pt x="96" y="6674"/>
                    </a:cubicBezTo>
                    <a:cubicBezTo>
                      <a:pt x="237" y="5920"/>
                      <a:pt x="1138" y="5644"/>
                      <a:pt x="1690" y="5221"/>
                    </a:cubicBezTo>
                    <a:cubicBezTo>
                      <a:pt x="1853" y="5092"/>
                      <a:pt x="1999" y="4945"/>
                      <a:pt x="2095" y="4760"/>
                    </a:cubicBezTo>
                    <a:cubicBezTo>
                      <a:pt x="2208" y="4551"/>
                      <a:pt x="2236" y="4309"/>
                      <a:pt x="2236" y="4073"/>
                    </a:cubicBezTo>
                    <a:cubicBezTo>
                      <a:pt x="2236" y="3661"/>
                      <a:pt x="2151" y="3250"/>
                      <a:pt x="2225" y="2839"/>
                    </a:cubicBezTo>
                    <a:cubicBezTo>
                      <a:pt x="2292" y="2484"/>
                      <a:pt x="2484" y="2163"/>
                      <a:pt x="2833" y="2028"/>
                    </a:cubicBezTo>
                    <a:cubicBezTo>
                      <a:pt x="3035" y="1949"/>
                      <a:pt x="3255" y="1938"/>
                      <a:pt x="3463" y="1882"/>
                    </a:cubicBezTo>
                    <a:cubicBezTo>
                      <a:pt x="3666" y="1831"/>
                      <a:pt x="3852" y="1730"/>
                      <a:pt x="4010" y="1595"/>
                    </a:cubicBezTo>
                    <a:cubicBezTo>
                      <a:pt x="4618" y="1082"/>
                      <a:pt x="4950" y="85"/>
                      <a:pt x="5857" y="23"/>
                    </a:cubicBezTo>
                    <a:cubicBezTo>
                      <a:pt x="6229" y="1"/>
                      <a:pt x="6578" y="181"/>
                      <a:pt x="6707" y="547"/>
                    </a:cubicBezTo>
                    <a:cubicBezTo>
                      <a:pt x="6842" y="936"/>
                      <a:pt x="6718" y="1341"/>
                      <a:pt x="6521" y="1685"/>
                    </a:cubicBezTo>
                    <a:cubicBezTo>
                      <a:pt x="6290" y="2079"/>
                      <a:pt x="5958" y="2439"/>
                      <a:pt x="5862" y="290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2262039" y="1622490"/>
                <a:ext cx="753764" cy="941858"/>
              </a:xfrm>
              <a:custGeom>
                <a:avLst/>
                <a:gdLst/>
                <a:ahLst/>
                <a:cxnLst/>
                <a:rect l="l" t="t" r="r" b="b"/>
                <a:pathLst>
                  <a:path w="5919" h="7396" extrusionOk="0">
                    <a:moveTo>
                      <a:pt x="5801" y="23"/>
                    </a:moveTo>
                    <a:cubicBezTo>
                      <a:pt x="5204" y="136"/>
                      <a:pt x="4680" y="558"/>
                      <a:pt x="4449" y="1122"/>
                    </a:cubicBezTo>
                    <a:cubicBezTo>
                      <a:pt x="4432" y="1172"/>
                      <a:pt x="4415" y="1217"/>
                      <a:pt x="4404" y="1268"/>
                    </a:cubicBezTo>
                    <a:cubicBezTo>
                      <a:pt x="4370" y="1161"/>
                      <a:pt x="4342" y="1054"/>
                      <a:pt x="4308" y="947"/>
                    </a:cubicBezTo>
                    <a:cubicBezTo>
                      <a:pt x="4297" y="902"/>
                      <a:pt x="4241" y="879"/>
                      <a:pt x="4196" y="896"/>
                    </a:cubicBezTo>
                    <a:cubicBezTo>
                      <a:pt x="4151" y="913"/>
                      <a:pt x="4134" y="964"/>
                      <a:pt x="4145" y="1003"/>
                    </a:cubicBezTo>
                    <a:lnTo>
                      <a:pt x="4331" y="1623"/>
                    </a:lnTo>
                    <a:cubicBezTo>
                      <a:pt x="4314" y="1769"/>
                      <a:pt x="4303" y="1921"/>
                      <a:pt x="4291" y="2068"/>
                    </a:cubicBezTo>
                    <a:cubicBezTo>
                      <a:pt x="4269" y="2389"/>
                      <a:pt x="4235" y="2738"/>
                      <a:pt x="4021" y="2997"/>
                    </a:cubicBezTo>
                    <a:cubicBezTo>
                      <a:pt x="3886" y="3160"/>
                      <a:pt x="3700" y="3262"/>
                      <a:pt x="3503" y="3340"/>
                    </a:cubicBezTo>
                    <a:cubicBezTo>
                      <a:pt x="3492" y="3318"/>
                      <a:pt x="3492" y="3284"/>
                      <a:pt x="3492" y="3262"/>
                    </a:cubicBezTo>
                    <a:cubicBezTo>
                      <a:pt x="3486" y="3217"/>
                      <a:pt x="3486" y="3177"/>
                      <a:pt x="3480" y="3132"/>
                    </a:cubicBezTo>
                    <a:lnTo>
                      <a:pt x="3469" y="2850"/>
                    </a:lnTo>
                    <a:cubicBezTo>
                      <a:pt x="3458" y="2665"/>
                      <a:pt x="3447" y="2484"/>
                      <a:pt x="3435" y="2304"/>
                    </a:cubicBezTo>
                    <a:cubicBezTo>
                      <a:pt x="3430" y="2192"/>
                      <a:pt x="3261" y="2208"/>
                      <a:pt x="3266" y="2315"/>
                    </a:cubicBezTo>
                    <a:cubicBezTo>
                      <a:pt x="3278" y="2524"/>
                      <a:pt x="3289" y="2732"/>
                      <a:pt x="3300" y="2935"/>
                    </a:cubicBezTo>
                    <a:cubicBezTo>
                      <a:pt x="3306" y="3036"/>
                      <a:pt x="3312" y="3143"/>
                      <a:pt x="3317" y="3245"/>
                    </a:cubicBezTo>
                    <a:cubicBezTo>
                      <a:pt x="3323" y="3295"/>
                      <a:pt x="3323" y="3352"/>
                      <a:pt x="3345" y="3402"/>
                    </a:cubicBezTo>
                    <a:cubicBezTo>
                      <a:pt x="3317" y="3408"/>
                      <a:pt x="3289" y="3419"/>
                      <a:pt x="3261" y="3431"/>
                    </a:cubicBezTo>
                    <a:cubicBezTo>
                      <a:pt x="2974" y="3526"/>
                      <a:pt x="2681" y="3622"/>
                      <a:pt x="2439" y="3813"/>
                    </a:cubicBezTo>
                    <a:cubicBezTo>
                      <a:pt x="2258" y="3954"/>
                      <a:pt x="2123" y="4129"/>
                      <a:pt x="2016" y="4320"/>
                    </a:cubicBezTo>
                    <a:cubicBezTo>
                      <a:pt x="2011" y="4275"/>
                      <a:pt x="1999" y="4230"/>
                      <a:pt x="1994" y="4185"/>
                    </a:cubicBezTo>
                    <a:cubicBezTo>
                      <a:pt x="1977" y="4095"/>
                      <a:pt x="1954" y="4005"/>
                      <a:pt x="1937" y="3915"/>
                    </a:cubicBezTo>
                    <a:lnTo>
                      <a:pt x="1830" y="3374"/>
                    </a:lnTo>
                    <a:cubicBezTo>
                      <a:pt x="1819" y="3329"/>
                      <a:pt x="1785" y="3290"/>
                      <a:pt x="1740" y="3295"/>
                    </a:cubicBezTo>
                    <a:cubicBezTo>
                      <a:pt x="1695" y="3301"/>
                      <a:pt x="1650" y="3346"/>
                      <a:pt x="1661" y="3391"/>
                    </a:cubicBezTo>
                    <a:lnTo>
                      <a:pt x="1780" y="3994"/>
                    </a:lnTo>
                    <a:cubicBezTo>
                      <a:pt x="1802" y="4095"/>
                      <a:pt x="1825" y="4202"/>
                      <a:pt x="1842" y="4309"/>
                    </a:cubicBezTo>
                    <a:cubicBezTo>
                      <a:pt x="1859" y="4388"/>
                      <a:pt x="1870" y="4472"/>
                      <a:pt x="1909" y="4546"/>
                    </a:cubicBezTo>
                    <a:cubicBezTo>
                      <a:pt x="1774" y="4878"/>
                      <a:pt x="1695" y="5244"/>
                      <a:pt x="1611" y="5587"/>
                    </a:cubicBezTo>
                    <a:cubicBezTo>
                      <a:pt x="1526" y="5948"/>
                      <a:pt x="1425" y="6325"/>
                      <a:pt x="1200" y="6635"/>
                    </a:cubicBezTo>
                    <a:lnTo>
                      <a:pt x="946" y="5655"/>
                    </a:lnTo>
                    <a:cubicBezTo>
                      <a:pt x="918" y="5554"/>
                      <a:pt x="755" y="5610"/>
                      <a:pt x="783" y="5717"/>
                    </a:cubicBezTo>
                    <a:cubicBezTo>
                      <a:pt x="879" y="6077"/>
                      <a:pt x="974" y="6438"/>
                      <a:pt x="1065" y="6793"/>
                    </a:cubicBezTo>
                    <a:cubicBezTo>
                      <a:pt x="828" y="7046"/>
                      <a:pt x="490" y="7215"/>
                      <a:pt x="135" y="7142"/>
                    </a:cubicBezTo>
                    <a:cubicBezTo>
                      <a:pt x="28" y="7119"/>
                      <a:pt x="0" y="7288"/>
                      <a:pt x="107" y="7311"/>
                    </a:cubicBezTo>
                    <a:cubicBezTo>
                      <a:pt x="535" y="7395"/>
                      <a:pt x="907" y="7204"/>
                      <a:pt x="1188" y="6905"/>
                    </a:cubicBezTo>
                    <a:cubicBezTo>
                      <a:pt x="1188" y="6905"/>
                      <a:pt x="1194" y="6905"/>
                      <a:pt x="1194" y="6905"/>
                    </a:cubicBezTo>
                    <a:cubicBezTo>
                      <a:pt x="1515" y="6826"/>
                      <a:pt x="1842" y="6748"/>
                      <a:pt x="2163" y="6669"/>
                    </a:cubicBezTo>
                    <a:cubicBezTo>
                      <a:pt x="2208" y="6657"/>
                      <a:pt x="2225" y="6595"/>
                      <a:pt x="2213" y="6556"/>
                    </a:cubicBezTo>
                    <a:cubicBezTo>
                      <a:pt x="2196" y="6511"/>
                      <a:pt x="2146" y="6494"/>
                      <a:pt x="2101" y="6505"/>
                    </a:cubicBezTo>
                    <a:lnTo>
                      <a:pt x="1363" y="6691"/>
                    </a:lnTo>
                    <a:cubicBezTo>
                      <a:pt x="1453" y="6562"/>
                      <a:pt x="1526" y="6427"/>
                      <a:pt x="1583" y="6286"/>
                    </a:cubicBezTo>
                    <a:cubicBezTo>
                      <a:pt x="1791" y="5762"/>
                      <a:pt x="1836" y="5171"/>
                      <a:pt x="2050" y="4653"/>
                    </a:cubicBezTo>
                    <a:cubicBezTo>
                      <a:pt x="2151" y="4686"/>
                      <a:pt x="2281" y="4664"/>
                      <a:pt x="2388" y="4653"/>
                    </a:cubicBezTo>
                    <a:cubicBezTo>
                      <a:pt x="2596" y="4641"/>
                      <a:pt x="2799" y="4624"/>
                      <a:pt x="3007" y="4608"/>
                    </a:cubicBezTo>
                    <a:cubicBezTo>
                      <a:pt x="3120" y="4602"/>
                      <a:pt x="3103" y="4433"/>
                      <a:pt x="2991" y="4439"/>
                    </a:cubicBezTo>
                    <a:lnTo>
                      <a:pt x="2456" y="4478"/>
                    </a:lnTo>
                    <a:cubicBezTo>
                      <a:pt x="2371" y="4484"/>
                      <a:pt x="2281" y="4495"/>
                      <a:pt x="2196" y="4495"/>
                    </a:cubicBezTo>
                    <a:cubicBezTo>
                      <a:pt x="2168" y="4501"/>
                      <a:pt x="2140" y="4501"/>
                      <a:pt x="2118" y="4495"/>
                    </a:cubicBezTo>
                    <a:cubicBezTo>
                      <a:pt x="2163" y="4410"/>
                      <a:pt x="2208" y="4332"/>
                      <a:pt x="2258" y="4253"/>
                    </a:cubicBezTo>
                    <a:cubicBezTo>
                      <a:pt x="2444" y="3982"/>
                      <a:pt x="2703" y="3819"/>
                      <a:pt x="3007" y="3701"/>
                    </a:cubicBezTo>
                    <a:cubicBezTo>
                      <a:pt x="3171" y="3639"/>
                      <a:pt x="3340" y="3588"/>
                      <a:pt x="3503" y="3526"/>
                    </a:cubicBezTo>
                    <a:cubicBezTo>
                      <a:pt x="3548" y="3532"/>
                      <a:pt x="3587" y="3532"/>
                      <a:pt x="3633" y="3532"/>
                    </a:cubicBezTo>
                    <a:cubicBezTo>
                      <a:pt x="3740" y="3532"/>
                      <a:pt x="3841" y="3526"/>
                      <a:pt x="3948" y="3526"/>
                    </a:cubicBezTo>
                    <a:lnTo>
                      <a:pt x="4579" y="3515"/>
                    </a:lnTo>
                    <a:cubicBezTo>
                      <a:pt x="4686" y="3515"/>
                      <a:pt x="4674" y="3346"/>
                      <a:pt x="4562" y="3346"/>
                    </a:cubicBezTo>
                    <a:cubicBezTo>
                      <a:pt x="4376" y="3352"/>
                      <a:pt x="4190" y="3352"/>
                      <a:pt x="4004" y="3357"/>
                    </a:cubicBezTo>
                    <a:cubicBezTo>
                      <a:pt x="3954" y="3357"/>
                      <a:pt x="3908" y="3357"/>
                      <a:pt x="3858" y="3357"/>
                    </a:cubicBezTo>
                    <a:cubicBezTo>
                      <a:pt x="4106" y="3205"/>
                      <a:pt x="4286" y="2974"/>
                      <a:pt x="4370" y="2693"/>
                    </a:cubicBezTo>
                    <a:cubicBezTo>
                      <a:pt x="4466" y="2372"/>
                      <a:pt x="4455" y="2034"/>
                      <a:pt x="4494" y="1702"/>
                    </a:cubicBezTo>
                    <a:cubicBezTo>
                      <a:pt x="4494" y="1696"/>
                      <a:pt x="4494" y="1690"/>
                      <a:pt x="4494" y="1685"/>
                    </a:cubicBezTo>
                    <a:lnTo>
                      <a:pt x="5142" y="1386"/>
                    </a:lnTo>
                    <a:cubicBezTo>
                      <a:pt x="5187" y="1369"/>
                      <a:pt x="5209" y="1324"/>
                      <a:pt x="5192" y="1279"/>
                    </a:cubicBezTo>
                    <a:cubicBezTo>
                      <a:pt x="5181" y="1234"/>
                      <a:pt x="5125" y="1206"/>
                      <a:pt x="5085" y="1229"/>
                    </a:cubicBezTo>
                    <a:lnTo>
                      <a:pt x="4528" y="1482"/>
                    </a:lnTo>
                    <a:cubicBezTo>
                      <a:pt x="4590" y="1206"/>
                      <a:pt x="4702" y="947"/>
                      <a:pt x="4900" y="727"/>
                    </a:cubicBezTo>
                    <a:cubicBezTo>
                      <a:pt x="5136" y="457"/>
                      <a:pt x="5457" y="260"/>
                      <a:pt x="5812" y="192"/>
                    </a:cubicBezTo>
                    <a:cubicBezTo>
                      <a:pt x="5919" y="176"/>
                      <a:pt x="5908" y="1"/>
                      <a:pt x="5801" y="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028869" y="1461908"/>
                <a:ext cx="560962" cy="1088050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8544" extrusionOk="0">
                    <a:moveTo>
                      <a:pt x="3768" y="3813"/>
                    </a:moveTo>
                    <a:cubicBezTo>
                      <a:pt x="3701" y="4016"/>
                      <a:pt x="3701" y="4218"/>
                      <a:pt x="3746" y="4427"/>
                    </a:cubicBezTo>
                    <a:cubicBezTo>
                      <a:pt x="3825" y="4793"/>
                      <a:pt x="4005" y="5148"/>
                      <a:pt x="3977" y="5536"/>
                    </a:cubicBezTo>
                    <a:cubicBezTo>
                      <a:pt x="3954" y="5857"/>
                      <a:pt x="3752" y="6099"/>
                      <a:pt x="3492" y="6274"/>
                    </a:cubicBezTo>
                    <a:cubicBezTo>
                      <a:pt x="3245" y="6443"/>
                      <a:pt x="2952" y="6567"/>
                      <a:pt x="2727" y="6770"/>
                    </a:cubicBezTo>
                    <a:cubicBezTo>
                      <a:pt x="2597" y="6882"/>
                      <a:pt x="2507" y="7029"/>
                      <a:pt x="2462" y="7198"/>
                    </a:cubicBezTo>
                    <a:cubicBezTo>
                      <a:pt x="2411" y="7400"/>
                      <a:pt x="2411" y="7614"/>
                      <a:pt x="2349" y="7817"/>
                    </a:cubicBezTo>
                    <a:cubicBezTo>
                      <a:pt x="2248" y="8161"/>
                      <a:pt x="1961" y="8425"/>
                      <a:pt x="1606" y="8493"/>
                    </a:cubicBezTo>
                    <a:cubicBezTo>
                      <a:pt x="1319" y="8543"/>
                      <a:pt x="1015" y="8448"/>
                      <a:pt x="801" y="8251"/>
                    </a:cubicBezTo>
                    <a:cubicBezTo>
                      <a:pt x="558" y="8110"/>
                      <a:pt x="350" y="7902"/>
                      <a:pt x="221" y="7648"/>
                    </a:cubicBezTo>
                    <a:cubicBezTo>
                      <a:pt x="40" y="7299"/>
                      <a:pt x="1" y="6882"/>
                      <a:pt x="125" y="6511"/>
                    </a:cubicBezTo>
                    <a:cubicBezTo>
                      <a:pt x="243" y="6128"/>
                      <a:pt x="564" y="5801"/>
                      <a:pt x="587" y="5384"/>
                    </a:cubicBezTo>
                    <a:cubicBezTo>
                      <a:pt x="603" y="5013"/>
                      <a:pt x="395" y="4669"/>
                      <a:pt x="271" y="4325"/>
                    </a:cubicBezTo>
                    <a:cubicBezTo>
                      <a:pt x="159" y="4004"/>
                      <a:pt x="130" y="3667"/>
                      <a:pt x="328" y="3368"/>
                    </a:cubicBezTo>
                    <a:cubicBezTo>
                      <a:pt x="508" y="3092"/>
                      <a:pt x="806" y="2923"/>
                      <a:pt x="1015" y="2670"/>
                    </a:cubicBezTo>
                    <a:cubicBezTo>
                      <a:pt x="1127" y="2535"/>
                      <a:pt x="1200" y="2377"/>
                      <a:pt x="1212" y="2197"/>
                    </a:cubicBezTo>
                    <a:cubicBezTo>
                      <a:pt x="1229" y="1994"/>
                      <a:pt x="1178" y="1780"/>
                      <a:pt x="1133" y="1583"/>
                    </a:cubicBezTo>
                    <a:cubicBezTo>
                      <a:pt x="1048" y="1206"/>
                      <a:pt x="998" y="828"/>
                      <a:pt x="1217" y="490"/>
                    </a:cubicBezTo>
                    <a:cubicBezTo>
                      <a:pt x="1409" y="198"/>
                      <a:pt x="1741" y="0"/>
                      <a:pt x="2090" y="12"/>
                    </a:cubicBezTo>
                    <a:cubicBezTo>
                      <a:pt x="2434" y="23"/>
                      <a:pt x="2772" y="214"/>
                      <a:pt x="2952" y="507"/>
                    </a:cubicBezTo>
                    <a:cubicBezTo>
                      <a:pt x="3059" y="682"/>
                      <a:pt x="3087" y="879"/>
                      <a:pt x="3132" y="1076"/>
                    </a:cubicBezTo>
                    <a:cubicBezTo>
                      <a:pt x="3177" y="1256"/>
                      <a:pt x="3256" y="1403"/>
                      <a:pt x="3402" y="1527"/>
                    </a:cubicBezTo>
                    <a:cubicBezTo>
                      <a:pt x="3650" y="1735"/>
                      <a:pt x="3982" y="1848"/>
                      <a:pt x="4168" y="2124"/>
                    </a:cubicBezTo>
                    <a:cubicBezTo>
                      <a:pt x="4405" y="2484"/>
                      <a:pt x="4247" y="2918"/>
                      <a:pt x="4056" y="3255"/>
                    </a:cubicBezTo>
                    <a:cubicBezTo>
                      <a:pt x="3954" y="3441"/>
                      <a:pt x="3842" y="3616"/>
                      <a:pt x="3768" y="3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125015" y="1521379"/>
                <a:ext cx="317093" cy="99063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7779" extrusionOk="0">
                    <a:moveTo>
                      <a:pt x="2326" y="1274"/>
                    </a:moveTo>
                    <a:lnTo>
                      <a:pt x="1673" y="1566"/>
                    </a:lnTo>
                    <a:cubicBezTo>
                      <a:pt x="1718" y="1493"/>
                      <a:pt x="1758" y="1426"/>
                      <a:pt x="1791" y="1352"/>
                    </a:cubicBezTo>
                    <a:cubicBezTo>
                      <a:pt x="1910" y="1105"/>
                      <a:pt x="1938" y="823"/>
                      <a:pt x="1831" y="564"/>
                    </a:cubicBezTo>
                    <a:cubicBezTo>
                      <a:pt x="1729" y="305"/>
                      <a:pt x="1521" y="97"/>
                      <a:pt x="1256" y="7"/>
                    </a:cubicBezTo>
                    <a:cubicBezTo>
                      <a:pt x="1245" y="7"/>
                      <a:pt x="1239" y="7"/>
                      <a:pt x="1228" y="7"/>
                    </a:cubicBezTo>
                    <a:cubicBezTo>
                      <a:pt x="1223" y="1"/>
                      <a:pt x="1211" y="1"/>
                      <a:pt x="1206" y="1"/>
                    </a:cubicBezTo>
                    <a:cubicBezTo>
                      <a:pt x="1138" y="1"/>
                      <a:pt x="1121" y="57"/>
                      <a:pt x="1132" y="108"/>
                    </a:cubicBezTo>
                    <a:cubicBezTo>
                      <a:pt x="1138" y="130"/>
                      <a:pt x="1149" y="153"/>
                      <a:pt x="1183" y="164"/>
                    </a:cubicBezTo>
                    <a:cubicBezTo>
                      <a:pt x="1183" y="164"/>
                      <a:pt x="1183" y="164"/>
                      <a:pt x="1183" y="164"/>
                    </a:cubicBezTo>
                    <a:cubicBezTo>
                      <a:pt x="1183" y="164"/>
                      <a:pt x="1183" y="164"/>
                      <a:pt x="1183" y="164"/>
                    </a:cubicBezTo>
                    <a:cubicBezTo>
                      <a:pt x="1431" y="249"/>
                      <a:pt x="1617" y="446"/>
                      <a:pt x="1696" y="694"/>
                    </a:cubicBezTo>
                    <a:cubicBezTo>
                      <a:pt x="1774" y="941"/>
                      <a:pt x="1696" y="1189"/>
                      <a:pt x="1572" y="1409"/>
                    </a:cubicBezTo>
                    <a:cubicBezTo>
                      <a:pt x="1527" y="1482"/>
                      <a:pt x="1482" y="1550"/>
                      <a:pt x="1437" y="1617"/>
                    </a:cubicBezTo>
                    <a:cubicBezTo>
                      <a:pt x="1352" y="1448"/>
                      <a:pt x="1268" y="1279"/>
                      <a:pt x="1189" y="1105"/>
                    </a:cubicBezTo>
                    <a:cubicBezTo>
                      <a:pt x="1138" y="1009"/>
                      <a:pt x="975" y="1065"/>
                      <a:pt x="1025" y="1167"/>
                    </a:cubicBezTo>
                    <a:lnTo>
                      <a:pt x="1324" y="1775"/>
                    </a:lnTo>
                    <a:cubicBezTo>
                      <a:pt x="1132" y="2051"/>
                      <a:pt x="947" y="2327"/>
                      <a:pt x="941" y="2681"/>
                    </a:cubicBezTo>
                    <a:cubicBezTo>
                      <a:pt x="935" y="2907"/>
                      <a:pt x="997" y="3121"/>
                      <a:pt x="1076" y="3323"/>
                    </a:cubicBezTo>
                    <a:cubicBezTo>
                      <a:pt x="1037" y="3284"/>
                      <a:pt x="992" y="3250"/>
                      <a:pt x="947" y="3211"/>
                    </a:cubicBezTo>
                    <a:cubicBezTo>
                      <a:pt x="800" y="3087"/>
                      <a:pt x="654" y="2957"/>
                      <a:pt x="507" y="2834"/>
                    </a:cubicBezTo>
                    <a:cubicBezTo>
                      <a:pt x="423" y="2766"/>
                      <a:pt x="316" y="2895"/>
                      <a:pt x="400" y="2969"/>
                    </a:cubicBezTo>
                    <a:cubicBezTo>
                      <a:pt x="564" y="3109"/>
                      <a:pt x="727" y="3250"/>
                      <a:pt x="896" y="3391"/>
                    </a:cubicBezTo>
                    <a:cubicBezTo>
                      <a:pt x="975" y="3459"/>
                      <a:pt x="1054" y="3537"/>
                      <a:pt x="1138" y="3599"/>
                    </a:cubicBezTo>
                    <a:cubicBezTo>
                      <a:pt x="1155" y="3611"/>
                      <a:pt x="1178" y="3622"/>
                      <a:pt x="1200" y="3628"/>
                    </a:cubicBezTo>
                    <a:cubicBezTo>
                      <a:pt x="1285" y="3830"/>
                      <a:pt x="1363" y="4039"/>
                      <a:pt x="1386" y="4253"/>
                    </a:cubicBezTo>
                    <a:cubicBezTo>
                      <a:pt x="1425" y="4619"/>
                      <a:pt x="1296" y="4957"/>
                      <a:pt x="1121" y="5272"/>
                    </a:cubicBezTo>
                    <a:cubicBezTo>
                      <a:pt x="918" y="4951"/>
                      <a:pt x="710" y="4630"/>
                      <a:pt x="502" y="4309"/>
                    </a:cubicBezTo>
                    <a:cubicBezTo>
                      <a:pt x="440" y="4219"/>
                      <a:pt x="305" y="4315"/>
                      <a:pt x="361" y="4410"/>
                    </a:cubicBezTo>
                    <a:cubicBezTo>
                      <a:pt x="586" y="4748"/>
                      <a:pt x="806" y="5092"/>
                      <a:pt x="1025" y="5435"/>
                    </a:cubicBezTo>
                    <a:cubicBezTo>
                      <a:pt x="918" y="5616"/>
                      <a:pt x="806" y="5784"/>
                      <a:pt x="710" y="5953"/>
                    </a:cubicBezTo>
                    <a:cubicBezTo>
                      <a:pt x="620" y="6100"/>
                      <a:pt x="541" y="6263"/>
                      <a:pt x="479" y="6432"/>
                    </a:cubicBezTo>
                    <a:lnTo>
                      <a:pt x="215" y="5897"/>
                    </a:lnTo>
                    <a:cubicBezTo>
                      <a:pt x="164" y="5801"/>
                      <a:pt x="1" y="5858"/>
                      <a:pt x="51" y="5959"/>
                    </a:cubicBezTo>
                    <a:cubicBezTo>
                      <a:pt x="169" y="6196"/>
                      <a:pt x="293" y="6432"/>
                      <a:pt x="412" y="6674"/>
                    </a:cubicBezTo>
                    <a:cubicBezTo>
                      <a:pt x="333" y="7023"/>
                      <a:pt x="350" y="7384"/>
                      <a:pt x="581" y="7694"/>
                    </a:cubicBezTo>
                    <a:cubicBezTo>
                      <a:pt x="648" y="7778"/>
                      <a:pt x="783" y="7682"/>
                      <a:pt x="721" y="7592"/>
                    </a:cubicBezTo>
                    <a:cubicBezTo>
                      <a:pt x="530" y="7333"/>
                      <a:pt x="507" y="7040"/>
                      <a:pt x="569" y="6747"/>
                    </a:cubicBezTo>
                    <a:lnTo>
                      <a:pt x="1425" y="6241"/>
                    </a:lnTo>
                    <a:cubicBezTo>
                      <a:pt x="1521" y="6184"/>
                      <a:pt x="1420" y="6049"/>
                      <a:pt x="1330" y="6100"/>
                    </a:cubicBezTo>
                    <a:cubicBezTo>
                      <a:pt x="1099" y="6241"/>
                      <a:pt x="868" y="6376"/>
                      <a:pt x="637" y="6511"/>
                    </a:cubicBezTo>
                    <a:cubicBezTo>
                      <a:pt x="704" y="6308"/>
                      <a:pt x="811" y="6117"/>
                      <a:pt x="913" y="5942"/>
                    </a:cubicBezTo>
                    <a:cubicBezTo>
                      <a:pt x="1003" y="5796"/>
                      <a:pt x="1099" y="5649"/>
                      <a:pt x="1189" y="5497"/>
                    </a:cubicBezTo>
                    <a:cubicBezTo>
                      <a:pt x="1549" y="5221"/>
                      <a:pt x="1915" y="4945"/>
                      <a:pt x="2276" y="4669"/>
                    </a:cubicBezTo>
                    <a:cubicBezTo>
                      <a:pt x="2366" y="4602"/>
                      <a:pt x="2270" y="4467"/>
                      <a:pt x="2180" y="4529"/>
                    </a:cubicBezTo>
                    <a:cubicBezTo>
                      <a:pt x="1915" y="4731"/>
                      <a:pt x="1645" y="4934"/>
                      <a:pt x="1380" y="5137"/>
                    </a:cubicBezTo>
                    <a:cubicBezTo>
                      <a:pt x="1510" y="4861"/>
                      <a:pt x="1589" y="4568"/>
                      <a:pt x="1560" y="4253"/>
                    </a:cubicBezTo>
                    <a:cubicBezTo>
                      <a:pt x="1538" y="4027"/>
                      <a:pt x="1453" y="3808"/>
                      <a:pt x="1363" y="3594"/>
                    </a:cubicBezTo>
                    <a:cubicBezTo>
                      <a:pt x="1425" y="3543"/>
                      <a:pt x="1470" y="3464"/>
                      <a:pt x="1521" y="3402"/>
                    </a:cubicBezTo>
                    <a:cubicBezTo>
                      <a:pt x="1583" y="3312"/>
                      <a:pt x="1645" y="3222"/>
                      <a:pt x="1713" y="3132"/>
                    </a:cubicBezTo>
                    <a:cubicBezTo>
                      <a:pt x="1842" y="2952"/>
                      <a:pt x="1972" y="2772"/>
                      <a:pt x="2107" y="2586"/>
                    </a:cubicBezTo>
                    <a:cubicBezTo>
                      <a:pt x="2169" y="2501"/>
                      <a:pt x="2039" y="2389"/>
                      <a:pt x="1972" y="2479"/>
                    </a:cubicBezTo>
                    <a:cubicBezTo>
                      <a:pt x="1752" y="2783"/>
                      <a:pt x="1538" y="3087"/>
                      <a:pt x="1313" y="3391"/>
                    </a:cubicBezTo>
                    <a:cubicBezTo>
                      <a:pt x="1313" y="3397"/>
                      <a:pt x="1301" y="3414"/>
                      <a:pt x="1296" y="3425"/>
                    </a:cubicBezTo>
                    <a:cubicBezTo>
                      <a:pt x="1194" y="3183"/>
                      <a:pt x="1104" y="2935"/>
                      <a:pt x="1110" y="2665"/>
                    </a:cubicBezTo>
                    <a:cubicBezTo>
                      <a:pt x="1121" y="2349"/>
                      <a:pt x="1301" y="2090"/>
                      <a:pt x="1482" y="1837"/>
                    </a:cubicBezTo>
                    <a:cubicBezTo>
                      <a:pt x="1786" y="1702"/>
                      <a:pt x="2084" y="1566"/>
                      <a:pt x="2388" y="1437"/>
                    </a:cubicBezTo>
                    <a:cubicBezTo>
                      <a:pt x="2490" y="1392"/>
                      <a:pt x="2428" y="1229"/>
                      <a:pt x="2326" y="12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15"/>
            <p:cNvSpPr/>
            <p:nvPr/>
          </p:nvSpPr>
          <p:spPr>
            <a:xfrm>
              <a:off x="-884916" y="1619110"/>
              <a:ext cx="1006292" cy="1219982"/>
            </a:xfrm>
            <a:custGeom>
              <a:avLst/>
              <a:gdLst/>
              <a:ahLst/>
              <a:cxnLst/>
              <a:rect l="l" t="t" r="r" b="b"/>
              <a:pathLst>
                <a:path w="7902" h="9580" extrusionOk="0">
                  <a:moveTo>
                    <a:pt x="1132" y="3357"/>
                  </a:moveTo>
                  <a:cubicBezTo>
                    <a:pt x="1239" y="3880"/>
                    <a:pt x="924" y="4359"/>
                    <a:pt x="946" y="4877"/>
                  </a:cubicBezTo>
                  <a:cubicBezTo>
                    <a:pt x="974" y="5333"/>
                    <a:pt x="1301" y="5671"/>
                    <a:pt x="1690" y="5857"/>
                  </a:cubicBezTo>
                  <a:cubicBezTo>
                    <a:pt x="2168" y="6093"/>
                    <a:pt x="2720" y="6088"/>
                    <a:pt x="3233" y="6206"/>
                  </a:cubicBezTo>
                  <a:cubicBezTo>
                    <a:pt x="3700" y="6319"/>
                    <a:pt x="4128" y="6550"/>
                    <a:pt x="4314" y="7017"/>
                  </a:cubicBezTo>
                  <a:cubicBezTo>
                    <a:pt x="4404" y="7259"/>
                    <a:pt x="4438" y="7513"/>
                    <a:pt x="4500" y="7760"/>
                  </a:cubicBezTo>
                  <a:cubicBezTo>
                    <a:pt x="4550" y="7986"/>
                    <a:pt x="4629" y="8205"/>
                    <a:pt x="4736" y="8414"/>
                  </a:cubicBezTo>
                  <a:cubicBezTo>
                    <a:pt x="4950" y="8808"/>
                    <a:pt x="5266" y="9151"/>
                    <a:pt x="5666" y="9349"/>
                  </a:cubicBezTo>
                  <a:cubicBezTo>
                    <a:pt x="6065" y="9546"/>
                    <a:pt x="6544" y="9579"/>
                    <a:pt x="6961" y="9439"/>
                  </a:cubicBezTo>
                  <a:cubicBezTo>
                    <a:pt x="7361" y="9303"/>
                    <a:pt x="7682" y="8994"/>
                    <a:pt x="7811" y="8588"/>
                  </a:cubicBezTo>
                  <a:cubicBezTo>
                    <a:pt x="7901" y="8307"/>
                    <a:pt x="7901" y="7991"/>
                    <a:pt x="7794" y="7715"/>
                  </a:cubicBezTo>
                  <a:cubicBezTo>
                    <a:pt x="7637" y="6842"/>
                    <a:pt x="6595" y="6527"/>
                    <a:pt x="5958" y="6032"/>
                  </a:cubicBezTo>
                  <a:cubicBezTo>
                    <a:pt x="5767" y="5891"/>
                    <a:pt x="5592" y="5716"/>
                    <a:pt x="5485" y="5502"/>
                  </a:cubicBezTo>
                  <a:cubicBezTo>
                    <a:pt x="5356" y="5260"/>
                    <a:pt x="5322" y="4984"/>
                    <a:pt x="5322" y="4708"/>
                  </a:cubicBezTo>
                  <a:cubicBezTo>
                    <a:pt x="5328" y="4235"/>
                    <a:pt x="5423" y="3762"/>
                    <a:pt x="5339" y="3283"/>
                  </a:cubicBezTo>
                  <a:cubicBezTo>
                    <a:pt x="5260" y="2872"/>
                    <a:pt x="5040" y="2501"/>
                    <a:pt x="4629" y="2349"/>
                  </a:cubicBezTo>
                  <a:cubicBezTo>
                    <a:pt x="4398" y="2258"/>
                    <a:pt x="4145" y="2242"/>
                    <a:pt x="3903" y="2180"/>
                  </a:cubicBezTo>
                  <a:cubicBezTo>
                    <a:pt x="3666" y="2118"/>
                    <a:pt x="3458" y="2005"/>
                    <a:pt x="3272" y="1847"/>
                  </a:cubicBezTo>
                  <a:cubicBezTo>
                    <a:pt x="2568" y="1250"/>
                    <a:pt x="2191" y="102"/>
                    <a:pt x="1138" y="28"/>
                  </a:cubicBezTo>
                  <a:cubicBezTo>
                    <a:pt x="704" y="0"/>
                    <a:pt x="304" y="214"/>
                    <a:pt x="158" y="631"/>
                  </a:cubicBezTo>
                  <a:cubicBezTo>
                    <a:pt x="0" y="1081"/>
                    <a:pt x="147" y="1554"/>
                    <a:pt x="372" y="1949"/>
                  </a:cubicBezTo>
                  <a:cubicBezTo>
                    <a:pt x="637" y="2405"/>
                    <a:pt x="1020" y="2822"/>
                    <a:pt x="1132" y="33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-825446" y="1698702"/>
              <a:ext cx="871434" cy="1088050"/>
            </a:xfrm>
            <a:custGeom>
              <a:avLst/>
              <a:gdLst/>
              <a:ahLst/>
              <a:cxnLst/>
              <a:rect l="l" t="t" r="r" b="b"/>
              <a:pathLst>
                <a:path w="6843" h="8544" extrusionOk="0">
                  <a:moveTo>
                    <a:pt x="141" y="23"/>
                  </a:moveTo>
                  <a:cubicBezTo>
                    <a:pt x="828" y="152"/>
                    <a:pt x="1437" y="642"/>
                    <a:pt x="1696" y="1296"/>
                  </a:cubicBezTo>
                  <a:cubicBezTo>
                    <a:pt x="1718" y="1346"/>
                    <a:pt x="1735" y="1403"/>
                    <a:pt x="1752" y="1459"/>
                  </a:cubicBezTo>
                  <a:cubicBezTo>
                    <a:pt x="1791" y="1335"/>
                    <a:pt x="1825" y="1211"/>
                    <a:pt x="1865" y="1087"/>
                  </a:cubicBezTo>
                  <a:cubicBezTo>
                    <a:pt x="1882" y="1036"/>
                    <a:pt x="1944" y="1014"/>
                    <a:pt x="1989" y="1031"/>
                  </a:cubicBezTo>
                  <a:cubicBezTo>
                    <a:pt x="2045" y="1048"/>
                    <a:pt x="2067" y="1104"/>
                    <a:pt x="2051" y="1160"/>
                  </a:cubicBezTo>
                  <a:lnTo>
                    <a:pt x="1837" y="1870"/>
                  </a:lnTo>
                  <a:cubicBezTo>
                    <a:pt x="1859" y="2045"/>
                    <a:pt x="1870" y="2213"/>
                    <a:pt x="1882" y="2388"/>
                  </a:cubicBezTo>
                  <a:cubicBezTo>
                    <a:pt x="1910" y="2760"/>
                    <a:pt x="1944" y="3160"/>
                    <a:pt x="2191" y="3458"/>
                  </a:cubicBezTo>
                  <a:cubicBezTo>
                    <a:pt x="2349" y="3650"/>
                    <a:pt x="2569" y="3762"/>
                    <a:pt x="2794" y="3852"/>
                  </a:cubicBezTo>
                  <a:cubicBezTo>
                    <a:pt x="2805" y="3830"/>
                    <a:pt x="2805" y="3790"/>
                    <a:pt x="2811" y="3762"/>
                  </a:cubicBezTo>
                  <a:cubicBezTo>
                    <a:pt x="2811" y="3717"/>
                    <a:pt x="2816" y="3666"/>
                    <a:pt x="2816" y="3616"/>
                  </a:cubicBezTo>
                  <a:lnTo>
                    <a:pt x="2833" y="3289"/>
                  </a:lnTo>
                  <a:cubicBezTo>
                    <a:pt x="2845" y="3075"/>
                    <a:pt x="2861" y="2867"/>
                    <a:pt x="2873" y="2658"/>
                  </a:cubicBezTo>
                  <a:cubicBezTo>
                    <a:pt x="2878" y="2529"/>
                    <a:pt x="3075" y="2546"/>
                    <a:pt x="3070" y="2675"/>
                  </a:cubicBezTo>
                  <a:cubicBezTo>
                    <a:pt x="3053" y="2912"/>
                    <a:pt x="3042" y="3148"/>
                    <a:pt x="3030" y="3390"/>
                  </a:cubicBezTo>
                  <a:cubicBezTo>
                    <a:pt x="3019" y="3509"/>
                    <a:pt x="3013" y="3627"/>
                    <a:pt x="3008" y="3745"/>
                  </a:cubicBezTo>
                  <a:cubicBezTo>
                    <a:pt x="3002" y="3807"/>
                    <a:pt x="2997" y="3869"/>
                    <a:pt x="2974" y="3925"/>
                  </a:cubicBezTo>
                  <a:cubicBezTo>
                    <a:pt x="3008" y="3937"/>
                    <a:pt x="3042" y="3948"/>
                    <a:pt x="3075" y="3959"/>
                  </a:cubicBezTo>
                  <a:cubicBezTo>
                    <a:pt x="3402" y="4072"/>
                    <a:pt x="3746" y="4179"/>
                    <a:pt x="4022" y="4399"/>
                  </a:cubicBezTo>
                  <a:cubicBezTo>
                    <a:pt x="4230" y="4567"/>
                    <a:pt x="4388" y="4770"/>
                    <a:pt x="4511" y="4990"/>
                  </a:cubicBezTo>
                  <a:cubicBezTo>
                    <a:pt x="4523" y="4939"/>
                    <a:pt x="4528" y="4883"/>
                    <a:pt x="4540" y="4832"/>
                  </a:cubicBezTo>
                  <a:cubicBezTo>
                    <a:pt x="4562" y="4725"/>
                    <a:pt x="4579" y="4624"/>
                    <a:pt x="4602" y="4522"/>
                  </a:cubicBezTo>
                  <a:lnTo>
                    <a:pt x="4725" y="3892"/>
                  </a:lnTo>
                  <a:cubicBezTo>
                    <a:pt x="4737" y="3841"/>
                    <a:pt x="4776" y="3802"/>
                    <a:pt x="4832" y="3807"/>
                  </a:cubicBezTo>
                  <a:cubicBezTo>
                    <a:pt x="4883" y="3807"/>
                    <a:pt x="4934" y="3858"/>
                    <a:pt x="4923" y="3914"/>
                  </a:cubicBezTo>
                  <a:lnTo>
                    <a:pt x="4782" y="4607"/>
                  </a:lnTo>
                  <a:cubicBezTo>
                    <a:pt x="4759" y="4731"/>
                    <a:pt x="4737" y="4849"/>
                    <a:pt x="4714" y="4973"/>
                  </a:cubicBezTo>
                  <a:cubicBezTo>
                    <a:pt x="4692" y="5063"/>
                    <a:pt x="4680" y="5164"/>
                    <a:pt x="4635" y="5243"/>
                  </a:cubicBezTo>
                  <a:cubicBezTo>
                    <a:pt x="4793" y="5632"/>
                    <a:pt x="4883" y="6054"/>
                    <a:pt x="4979" y="6448"/>
                  </a:cubicBezTo>
                  <a:cubicBezTo>
                    <a:pt x="5080" y="6871"/>
                    <a:pt x="5199" y="7310"/>
                    <a:pt x="5452" y="7659"/>
                  </a:cubicBezTo>
                  <a:cubicBezTo>
                    <a:pt x="5553" y="7287"/>
                    <a:pt x="5649" y="6910"/>
                    <a:pt x="5750" y="6533"/>
                  </a:cubicBezTo>
                  <a:cubicBezTo>
                    <a:pt x="5779" y="6409"/>
                    <a:pt x="5964" y="6482"/>
                    <a:pt x="5936" y="6600"/>
                  </a:cubicBezTo>
                  <a:cubicBezTo>
                    <a:pt x="5824" y="7017"/>
                    <a:pt x="5717" y="7434"/>
                    <a:pt x="5610" y="7845"/>
                  </a:cubicBezTo>
                  <a:cubicBezTo>
                    <a:pt x="5886" y="8138"/>
                    <a:pt x="6274" y="8329"/>
                    <a:pt x="6685" y="8250"/>
                  </a:cubicBezTo>
                  <a:cubicBezTo>
                    <a:pt x="6809" y="8222"/>
                    <a:pt x="6843" y="8419"/>
                    <a:pt x="6719" y="8442"/>
                  </a:cubicBezTo>
                  <a:cubicBezTo>
                    <a:pt x="6223" y="8543"/>
                    <a:pt x="5790" y="8318"/>
                    <a:pt x="5469" y="7975"/>
                  </a:cubicBezTo>
                  <a:cubicBezTo>
                    <a:pt x="5469" y="7975"/>
                    <a:pt x="5463" y="7975"/>
                    <a:pt x="5463" y="7975"/>
                  </a:cubicBezTo>
                  <a:lnTo>
                    <a:pt x="4343" y="7699"/>
                  </a:lnTo>
                  <a:cubicBezTo>
                    <a:pt x="4292" y="7687"/>
                    <a:pt x="4269" y="7620"/>
                    <a:pt x="4286" y="7575"/>
                  </a:cubicBezTo>
                  <a:cubicBezTo>
                    <a:pt x="4303" y="7518"/>
                    <a:pt x="4359" y="7501"/>
                    <a:pt x="4410" y="7518"/>
                  </a:cubicBezTo>
                  <a:lnTo>
                    <a:pt x="5266" y="7727"/>
                  </a:lnTo>
                  <a:cubicBezTo>
                    <a:pt x="5165" y="7580"/>
                    <a:pt x="5080" y="7417"/>
                    <a:pt x="5013" y="7259"/>
                  </a:cubicBezTo>
                  <a:cubicBezTo>
                    <a:pt x="4776" y="6657"/>
                    <a:pt x="4720" y="5975"/>
                    <a:pt x="4478" y="5373"/>
                  </a:cubicBezTo>
                  <a:cubicBezTo>
                    <a:pt x="4354" y="5412"/>
                    <a:pt x="4207" y="5384"/>
                    <a:pt x="4083" y="5373"/>
                  </a:cubicBezTo>
                  <a:cubicBezTo>
                    <a:pt x="3841" y="5356"/>
                    <a:pt x="3605" y="5339"/>
                    <a:pt x="3368" y="5322"/>
                  </a:cubicBezTo>
                  <a:cubicBezTo>
                    <a:pt x="3239" y="5311"/>
                    <a:pt x="3256" y="5114"/>
                    <a:pt x="3385" y="5125"/>
                  </a:cubicBezTo>
                  <a:lnTo>
                    <a:pt x="4005" y="5170"/>
                  </a:lnTo>
                  <a:cubicBezTo>
                    <a:pt x="4100" y="5176"/>
                    <a:pt x="4202" y="5187"/>
                    <a:pt x="4303" y="5193"/>
                  </a:cubicBezTo>
                  <a:cubicBezTo>
                    <a:pt x="4337" y="5193"/>
                    <a:pt x="4365" y="5193"/>
                    <a:pt x="4393" y="5187"/>
                  </a:cubicBezTo>
                  <a:cubicBezTo>
                    <a:pt x="4348" y="5097"/>
                    <a:pt x="4292" y="5001"/>
                    <a:pt x="4230" y="4911"/>
                  </a:cubicBezTo>
                  <a:cubicBezTo>
                    <a:pt x="4016" y="4601"/>
                    <a:pt x="3717" y="4410"/>
                    <a:pt x="3368" y="4275"/>
                  </a:cubicBezTo>
                  <a:cubicBezTo>
                    <a:pt x="3177" y="4201"/>
                    <a:pt x="2985" y="4139"/>
                    <a:pt x="2794" y="4066"/>
                  </a:cubicBezTo>
                  <a:cubicBezTo>
                    <a:pt x="2743" y="4078"/>
                    <a:pt x="2692" y="4078"/>
                    <a:pt x="2642" y="4078"/>
                  </a:cubicBezTo>
                  <a:cubicBezTo>
                    <a:pt x="2524" y="4072"/>
                    <a:pt x="2400" y="4072"/>
                    <a:pt x="2281" y="4072"/>
                  </a:cubicBezTo>
                  <a:lnTo>
                    <a:pt x="1549" y="4061"/>
                  </a:lnTo>
                  <a:cubicBezTo>
                    <a:pt x="1425" y="4061"/>
                    <a:pt x="1442" y="3864"/>
                    <a:pt x="1572" y="3864"/>
                  </a:cubicBezTo>
                  <a:cubicBezTo>
                    <a:pt x="1786" y="3864"/>
                    <a:pt x="2000" y="3869"/>
                    <a:pt x="2214" y="3875"/>
                  </a:cubicBezTo>
                  <a:cubicBezTo>
                    <a:pt x="2270" y="3875"/>
                    <a:pt x="2326" y="3875"/>
                    <a:pt x="2383" y="3875"/>
                  </a:cubicBezTo>
                  <a:cubicBezTo>
                    <a:pt x="2096" y="3700"/>
                    <a:pt x="1893" y="3436"/>
                    <a:pt x="1791" y="3109"/>
                  </a:cubicBezTo>
                  <a:cubicBezTo>
                    <a:pt x="1679" y="2737"/>
                    <a:pt x="1690" y="2343"/>
                    <a:pt x="1651" y="1960"/>
                  </a:cubicBezTo>
                  <a:cubicBezTo>
                    <a:pt x="1651" y="1954"/>
                    <a:pt x="1651" y="1949"/>
                    <a:pt x="1651" y="1943"/>
                  </a:cubicBezTo>
                  <a:cubicBezTo>
                    <a:pt x="1397" y="1831"/>
                    <a:pt x="1149" y="1712"/>
                    <a:pt x="896" y="1600"/>
                  </a:cubicBezTo>
                  <a:cubicBezTo>
                    <a:pt x="851" y="1577"/>
                    <a:pt x="817" y="1526"/>
                    <a:pt x="840" y="1470"/>
                  </a:cubicBezTo>
                  <a:cubicBezTo>
                    <a:pt x="857" y="1425"/>
                    <a:pt x="919" y="1391"/>
                    <a:pt x="964" y="1414"/>
                  </a:cubicBezTo>
                  <a:cubicBezTo>
                    <a:pt x="1178" y="1510"/>
                    <a:pt x="1397" y="1611"/>
                    <a:pt x="1611" y="1712"/>
                  </a:cubicBezTo>
                  <a:cubicBezTo>
                    <a:pt x="1544" y="1386"/>
                    <a:pt x="1409" y="1093"/>
                    <a:pt x="1183" y="834"/>
                  </a:cubicBezTo>
                  <a:cubicBezTo>
                    <a:pt x="907" y="518"/>
                    <a:pt x="530" y="299"/>
                    <a:pt x="125" y="220"/>
                  </a:cubicBezTo>
                  <a:cubicBezTo>
                    <a:pt x="1" y="197"/>
                    <a:pt x="18" y="0"/>
                    <a:pt x="141" y="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-333512" y="1512905"/>
              <a:ext cx="648449" cy="1257294"/>
            </a:xfrm>
            <a:custGeom>
              <a:avLst/>
              <a:gdLst/>
              <a:ahLst/>
              <a:cxnLst/>
              <a:rect l="l" t="t" r="r" b="b"/>
              <a:pathLst>
                <a:path w="5092" h="9873" extrusionOk="0">
                  <a:moveTo>
                    <a:pt x="739" y="4405"/>
                  </a:moveTo>
                  <a:cubicBezTo>
                    <a:pt x="817" y="4641"/>
                    <a:pt x="817" y="4878"/>
                    <a:pt x="767" y="5114"/>
                  </a:cubicBezTo>
                  <a:cubicBezTo>
                    <a:pt x="677" y="5537"/>
                    <a:pt x="468" y="5948"/>
                    <a:pt x="496" y="6392"/>
                  </a:cubicBezTo>
                  <a:cubicBezTo>
                    <a:pt x="525" y="6764"/>
                    <a:pt x="761" y="7046"/>
                    <a:pt x="1060" y="7248"/>
                  </a:cubicBezTo>
                  <a:cubicBezTo>
                    <a:pt x="1347" y="7446"/>
                    <a:pt x="1679" y="7581"/>
                    <a:pt x="1944" y="7817"/>
                  </a:cubicBezTo>
                  <a:cubicBezTo>
                    <a:pt x="2096" y="7952"/>
                    <a:pt x="2203" y="8116"/>
                    <a:pt x="2248" y="8313"/>
                  </a:cubicBezTo>
                  <a:cubicBezTo>
                    <a:pt x="2310" y="8549"/>
                    <a:pt x="2310" y="8797"/>
                    <a:pt x="2377" y="9028"/>
                  </a:cubicBezTo>
                  <a:cubicBezTo>
                    <a:pt x="2496" y="9428"/>
                    <a:pt x="2828" y="9732"/>
                    <a:pt x="3239" y="9811"/>
                  </a:cubicBezTo>
                  <a:cubicBezTo>
                    <a:pt x="3571" y="9873"/>
                    <a:pt x="3920" y="9755"/>
                    <a:pt x="4168" y="9529"/>
                  </a:cubicBezTo>
                  <a:cubicBezTo>
                    <a:pt x="4450" y="9366"/>
                    <a:pt x="4692" y="9129"/>
                    <a:pt x="4838" y="8837"/>
                  </a:cubicBezTo>
                  <a:cubicBezTo>
                    <a:pt x="5047" y="8437"/>
                    <a:pt x="5092" y="7952"/>
                    <a:pt x="4951" y="7524"/>
                  </a:cubicBezTo>
                  <a:cubicBezTo>
                    <a:pt x="4810" y="7080"/>
                    <a:pt x="4439" y="6702"/>
                    <a:pt x="4416" y="6218"/>
                  </a:cubicBezTo>
                  <a:cubicBezTo>
                    <a:pt x="4399" y="5790"/>
                    <a:pt x="4641" y="5390"/>
                    <a:pt x="4776" y="4996"/>
                  </a:cubicBezTo>
                  <a:cubicBezTo>
                    <a:pt x="4912" y="4624"/>
                    <a:pt x="4945" y="4236"/>
                    <a:pt x="4714" y="3892"/>
                  </a:cubicBezTo>
                  <a:cubicBezTo>
                    <a:pt x="4506" y="3571"/>
                    <a:pt x="4163" y="3374"/>
                    <a:pt x="3926" y="3081"/>
                  </a:cubicBezTo>
                  <a:cubicBezTo>
                    <a:pt x="3791" y="2923"/>
                    <a:pt x="3706" y="2743"/>
                    <a:pt x="3690" y="2541"/>
                  </a:cubicBezTo>
                  <a:cubicBezTo>
                    <a:pt x="3673" y="2298"/>
                    <a:pt x="3735" y="2056"/>
                    <a:pt x="3785" y="1825"/>
                  </a:cubicBezTo>
                  <a:cubicBezTo>
                    <a:pt x="3881" y="1392"/>
                    <a:pt x="3943" y="952"/>
                    <a:pt x="3684" y="564"/>
                  </a:cubicBezTo>
                  <a:cubicBezTo>
                    <a:pt x="3470" y="226"/>
                    <a:pt x="3081" y="1"/>
                    <a:pt x="2676" y="12"/>
                  </a:cubicBezTo>
                  <a:cubicBezTo>
                    <a:pt x="2282" y="23"/>
                    <a:pt x="1893" y="249"/>
                    <a:pt x="1685" y="586"/>
                  </a:cubicBezTo>
                  <a:cubicBezTo>
                    <a:pt x="1561" y="789"/>
                    <a:pt x="1527" y="1014"/>
                    <a:pt x="1471" y="1240"/>
                  </a:cubicBezTo>
                  <a:cubicBezTo>
                    <a:pt x="1420" y="1448"/>
                    <a:pt x="1330" y="1623"/>
                    <a:pt x="1161" y="1763"/>
                  </a:cubicBezTo>
                  <a:cubicBezTo>
                    <a:pt x="879" y="2006"/>
                    <a:pt x="491" y="2135"/>
                    <a:pt x="277" y="2456"/>
                  </a:cubicBezTo>
                  <a:cubicBezTo>
                    <a:pt x="1" y="2867"/>
                    <a:pt x="187" y="3368"/>
                    <a:pt x="406" y="3763"/>
                  </a:cubicBezTo>
                  <a:cubicBezTo>
                    <a:pt x="525" y="3971"/>
                    <a:pt x="660" y="4179"/>
                    <a:pt x="739" y="44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-162105" y="1581035"/>
              <a:ext cx="365867" cy="1145484"/>
            </a:xfrm>
            <a:custGeom>
              <a:avLst/>
              <a:gdLst/>
              <a:ahLst/>
              <a:cxnLst/>
              <a:rect l="l" t="t" r="r" b="b"/>
              <a:pathLst>
                <a:path w="2873" h="8995" extrusionOk="0">
                  <a:moveTo>
                    <a:pt x="187" y="1476"/>
                  </a:moveTo>
                  <a:lnTo>
                    <a:pt x="941" y="1808"/>
                  </a:lnTo>
                  <a:cubicBezTo>
                    <a:pt x="891" y="1730"/>
                    <a:pt x="846" y="1651"/>
                    <a:pt x="806" y="1566"/>
                  </a:cubicBezTo>
                  <a:cubicBezTo>
                    <a:pt x="671" y="1273"/>
                    <a:pt x="637" y="952"/>
                    <a:pt x="761" y="654"/>
                  </a:cubicBezTo>
                  <a:cubicBezTo>
                    <a:pt x="879" y="355"/>
                    <a:pt x="1121" y="113"/>
                    <a:pt x="1426" y="12"/>
                  </a:cubicBezTo>
                  <a:cubicBezTo>
                    <a:pt x="1437" y="6"/>
                    <a:pt x="1448" y="6"/>
                    <a:pt x="1454" y="6"/>
                  </a:cubicBezTo>
                  <a:cubicBezTo>
                    <a:pt x="1465" y="6"/>
                    <a:pt x="1476" y="1"/>
                    <a:pt x="1488" y="1"/>
                  </a:cubicBezTo>
                  <a:cubicBezTo>
                    <a:pt x="1561" y="1"/>
                    <a:pt x="1583" y="68"/>
                    <a:pt x="1566" y="125"/>
                  </a:cubicBezTo>
                  <a:cubicBezTo>
                    <a:pt x="1561" y="153"/>
                    <a:pt x="1544" y="175"/>
                    <a:pt x="1510" y="192"/>
                  </a:cubicBezTo>
                  <a:cubicBezTo>
                    <a:pt x="1510" y="192"/>
                    <a:pt x="1510" y="192"/>
                    <a:pt x="1510" y="192"/>
                  </a:cubicBezTo>
                  <a:cubicBezTo>
                    <a:pt x="1510" y="192"/>
                    <a:pt x="1510" y="192"/>
                    <a:pt x="1510" y="192"/>
                  </a:cubicBezTo>
                  <a:cubicBezTo>
                    <a:pt x="1223" y="288"/>
                    <a:pt x="1003" y="513"/>
                    <a:pt x="919" y="806"/>
                  </a:cubicBezTo>
                  <a:cubicBezTo>
                    <a:pt x="829" y="1093"/>
                    <a:pt x="913" y="1375"/>
                    <a:pt x="1060" y="1628"/>
                  </a:cubicBezTo>
                  <a:cubicBezTo>
                    <a:pt x="1110" y="1713"/>
                    <a:pt x="1161" y="1792"/>
                    <a:pt x="1217" y="1870"/>
                  </a:cubicBezTo>
                  <a:cubicBezTo>
                    <a:pt x="1313" y="1673"/>
                    <a:pt x="1409" y="1476"/>
                    <a:pt x="1504" y="1279"/>
                  </a:cubicBezTo>
                  <a:cubicBezTo>
                    <a:pt x="1561" y="1166"/>
                    <a:pt x="1747" y="1234"/>
                    <a:pt x="1690" y="1352"/>
                  </a:cubicBezTo>
                  <a:lnTo>
                    <a:pt x="1347" y="2056"/>
                  </a:lnTo>
                  <a:cubicBezTo>
                    <a:pt x="1566" y="2372"/>
                    <a:pt x="1780" y="2693"/>
                    <a:pt x="1792" y="3104"/>
                  </a:cubicBezTo>
                  <a:cubicBezTo>
                    <a:pt x="1792" y="3363"/>
                    <a:pt x="1718" y="3605"/>
                    <a:pt x="1628" y="3847"/>
                  </a:cubicBezTo>
                  <a:cubicBezTo>
                    <a:pt x="1679" y="3802"/>
                    <a:pt x="1730" y="3757"/>
                    <a:pt x="1786" y="3712"/>
                  </a:cubicBezTo>
                  <a:cubicBezTo>
                    <a:pt x="1949" y="3565"/>
                    <a:pt x="2118" y="3425"/>
                    <a:pt x="2287" y="3278"/>
                  </a:cubicBezTo>
                  <a:cubicBezTo>
                    <a:pt x="2383" y="3194"/>
                    <a:pt x="2512" y="3346"/>
                    <a:pt x="2417" y="3430"/>
                  </a:cubicBezTo>
                  <a:cubicBezTo>
                    <a:pt x="2225" y="3594"/>
                    <a:pt x="2034" y="3757"/>
                    <a:pt x="1842" y="3920"/>
                  </a:cubicBezTo>
                  <a:cubicBezTo>
                    <a:pt x="1752" y="3999"/>
                    <a:pt x="1662" y="4089"/>
                    <a:pt x="1561" y="4157"/>
                  </a:cubicBezTo>
                  <a:cubicBezTo>
                    <a:pt x="1538" y="4179"/>
                    <a:pt x="1510" y="4191"/>
                    <a:pt x="1488" y="4196"/>
                  </a:cubicBezTo>
                  <a:cubicBezTo>
                    <a:pt x="1392" y="4433"/>
                    <a:pt x="1302" y="4669"/>
                    <a:pt x="1274" y="4917"/>
                  </a:cubicBezTo>
                  <a:cubicBezTo>
                    <a:pt x="1228" y="5339"/>
                    <a:pt x="1375" y="5728"/>
                    <a:pt x="1578" y="6094"/>
                  </a:cubicBezTo>
                  <a:cubicBezTo>
                    <a:pt x="1820" y="5722"/>
                    <a:pt x="2056" y="5351"/>
                    <a:pt x="2298" y="4979"/>
                  </a:cubicBezTo>
                  <a:cubicBezTo>
                    <a:pt x="2366" y="4872"/>
                    <a:pt x="2529" y="4990"/>
                    <a:pt x="2456" y="5097"/>
                  </a:cubicBezTo>
                  <a:cubicBezTo>
                    <a:pt x="2203" y="5491"/>
                    <a:pt x="1944" y="5891"/>
                    <a:pt x="1690" y="6285"/>
                  </a:cubicBezTo>
                  <a:cubicBezTo>
                    <a:pt x="1814" y="6488"/>
                    <a:pt x="1944" y="6685"/>
                    <a:pt x="2056" y="6877"/>
                  </a:cubicBezTo>
                  <a:cubicBezTo>
                    <a:pt x="2158" y="7051"/>
                    <a:pt x="2248" y="7243"/>
                    <a:pt x="2321" y="7440"/>
                  </a:cubicBezTo>
                  <a:cubicBezTo>
                    <a:pt x="2422" y="7232"/>
                    <a:pt x="2529" y="7023"/>
                    <a:pt x="2631" y="6820"/>
                  </a:cubicBezTo>
                  <a:cubicBezTo>
                    <a:pt x="2687" y="6708"/>
                    <a:pt x="2873" y="6775"/>
                    <a:pt x="2817" y="6888"/>
                  </a:cubicBezTo>
                  <a:lnTo>
                    <a:pt x="2400" y="7716"/>
                  </a:lnTo>
                  <a:cubicBezTo>
                    <a:pt x="2496" y="8116"/>
                    <a:pt x="2467" y="8532"/>
                    <a:pt x="2208" y="8893"/>
                  </a:cubicBezTo>
                  <a:cubicBezTo>
                    <a:pt x="2130" y="8994"/>
                    <a:pt x="1966" y="8882"/>
                    <a:pt x="2045" y="8775"/>
                  </a:cubicBezTo>
                  <a:cubicBezTo>
                    <a:pt x="2265" y="8476"/>
                    <a:pt x="2293" y="8138"/>
                    <a:pt x="2220" y="7800"/>
                  </a:cubicBezTo>
                  <a:cubicBezTo>
                    <a:pt x="1887" y="7603"/>
                    <a:pt x="1561" y="7412"/>
                    <a:pt x="1228" y="7215"/>
                  </a:cubicBezTo>
                  <a:cubicBezTo>
                    <a:pt x="1116" y="7153"/>
                    <a:pt x="1234" y="6989"/>
                    <a:pt x="1341" y="7051"/>
                  </a:cubicBezTo>
                  <a:cubicBezTo>
                    <a:pt x="1611" y="7209"/>
                    <a:pt x="1876" y="7367"/>
                    <a:pt x="2141" y="7524"/>
                  </a:cubicBezTo>
                  <a:cubicBezTo>
                    <a:pt x="2056" y="7294"/>
                    <a:pt x="1944" y="7068"/>
                    <a:pt x="1820" y="6871"/>
                  </a:cubicBezTo>
                  <a:cubicBezTo>
                    <a:pt x="1718" y="6702"/>
                    <a:pt x="1606" y="6528"/>
                    <a:pt x="1504" y="6353"/>
                  </a:cubicBezTo>
                  <a:cubicBezTo>
                    <a:pt x="1082" y="6038"/>
                    <a:pt x="665" y="5717"/>
                    <a:pt x="243" y="5401"/>
                  </a:cubicBezTo>
                  <a:cubicBezTo>
                    <a:pt x="142" y="5323"/>
                    <a:pt x="254" y="5159"/>
                    <a:pt x="356" y="5238"/>
                  </a:cubicBezTo>
                  <a:cubicBezTo>
                    <a:pt x="665" y="5469"/>
                    <a:pt x="975" y="5705"/>
                    <a:pt x="1279" y="5936"/>
                  </a:cubicBezTo>
                  <a:cubicBezTo>
                    <a:pt x="1133" y="5615"/>
                    <a:pt x="1037" y="5283"/>
                    <a:pt x="1076" y="4917"/>
                  </a:cubicBezTo>
                  <a:cubicBezTo>
                    <a:pt x="1099" y="4652"/>
                    <a:pt x="1195" y="4405"/>
                    <a:pt x="1302" y="4157"/>
                  </a:cubicBezTo>
                  <a:cubicBezTo>
                    <a:pt x="1228" y="4100"/>
                    <a:pt x="1172" y="4005"/>
                    <a:pt x="1121" y="3932"/>
                  </a:cubicBezTo>
                  <a:cubicBezTo>
                    <a:pt x="1048" y="3830"/>
                    <a:pt x="969" y="3729"/>
                    <a:pt x="896" y="3622"/>
                  </a:cubicBezTo>
                  <a:lnTo>
                    <a:pt x="446" y="2991"/>
                  </a:lnTo>
                  <a:cubicBezTo>
                    <a:pt x="367" y="2890"/>
                    <a:pt x="519" y="2760"/>
                    <a:pt x="592" y="2867"/>
                  </a:cubicBezTo>
                  <a:cubicBezTo>
                    <a:pt x="851" y="3216"/>
                    <a:pt x="1099" y="3571"/>
                    <a:pt x="1358" y="3920"/>
                  </a:cubicBezTo>
                  <a:cubicBezTo>
                    <a:pt x="1364" y="3932"/>
                    <a:pt x="1369" y="3943"/>
                    <a:pt x="1381" y="3960"/>
                  </a:cubicBezTo>
                  <a:cubicBezTo>
                    <a:pt x="1499" y="3678"/>
                    <a:pt x="1600" y="3391"/>
                    <a:pt x="1595" y="3087"/>
                  </a:cubicBezTo>
                  <a:cubicBezTo>
                    <a:pt x="1583" y="2715"/>
                    <a:pt x="1375" y="2417"/>
                    <a:pt x="1161" y="2124"/>
                  </a:cubicBezTo>
                  <a:lnTo>
                    <a:pt x="119" y="1662"/>
                  </a:lnTo>
                  <a:cubicBezTo>
                    <a:pt x="1" y="1606"/>
                    <a:pt x="68" y="1420"/>
                    <a:pt x="187" y="14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-1015445" y="2297481"/>
              <a:ext cx="1163312" cy="761788"/>
            </a:xfrm>
            <a:custGeom>
              <a:avLst/>
              <a:gdLst/>
              <a:ahLst/>
              <a:cxnLst/>
              <a:rect l="l" t="t" r="r" b="b"/>
              <a:pathLst>
                <a:path w="9135" h="5982" extrusionOk="0">
                  <a:moveTo>
                    <a:pt x="2912" y="4551"/>
                  </a:moveTo>
                  <a:cubicBezTo>
                    <a:pt x="3154" y="4602"/>
                    <a:pt x="3351" y="4731"/>
                    <a:pt x="3526" y="4900"/>
                  </a:cubicBezTo>
                  <a:cubicBezTo>
                    <a:pt x="3841" y="5199"/>
                    <a:pt x="4077" y="5598"/>
                    <a:pt x="4472" y="5807"/>
                  </a:cubicBezTo>
                  <a:cubicBezTo>
                    <a:pt x="4798" y="5981"/>
                    <a:pt x="5164" y="5931"/>
                    <a:pt x="5491" y="5784"/>
                  </a:cubicBezTo>
                  <a:cubicBezTo>
                    <a:pt x="5812" y="5643"/>
                    <a:pt x="6105" y="5435"/>
                    <a:pt x="6448" y="5334"/>
                  </a:cubicBezTo>
                  <a:cubicBezTo>
                    <a:pt x="6640" y="5283"/>
                    <a:pt x="6837" y="5277"/>
                    <a:pt x="7028" y="5339"/>
                  </a:cubicBezTo>
                  <a:cubicBezTo>
                    <a:pt x="7259" y="5412"/>
                    <a:pt x="7468" y="5548"/>
                    <a:pt x="7704" y="5610"/>
                  </a:cubicBezTo>
                  <a:cubicBezTo>
                    <a:pt x="8098" y="5722"/>
                    <a:pt x="8538" y="5604"/>
                    <a:pt x="8819" y="5300"/>
                  </a:cubicBezTo>
                  <a:cubicBezTo>
                    <a:pt x="9050" y="5046"/>
                    <a:pt x="9135" y="4692"/>
                    <a:pt x="9073" y="4359"/>
                  </a:cubicBezTo>
                  <a:cubicBezTo>
                    <a:pt x="9090" y="4033"/>
                    <a:pt x="9011" y="3706"/>
                    <a:pt x="8847" y="3419"/>
                  </a:cubicBezTo>
                  <a:cubicBezTo>
                    <a:pt x="8617" y="3030"/>
                    <a:pt x="8228" y="2743"/>
                    <a:pt x="7789" y="2631"/>
                  </a:cubicBezTo>
                  <a:cubicBezTo>
                    <a:pt x="7338" y="2512"/>
                    <a:pt x="6826" y="2631"/>
                    <a:pt x="6403" y="2394"/>
                  </a:cubicBezTo>
                  <a:cubicBezTo>
                    <a:pt x="6026" y="2180"/>
                    <a:pt x="5818" y="1763"/>
                    <a:pt x="5559" y="1437"/>
                  </a:cubicBezTo>
                  <a:cubicBezTo>
                    <a:pt x="5311" y="1127"/>
                    <a:pt x="5001" y="890"/>
                    <a:pt x="4584" y="902"/>
                  </a:cubicBezTo>
                  <a:cubicBezTo>
                    <a:pt x="4207" y="913"/>
                    <a:pt x="3858" y="1093"/>
                    <a:pt x="3481" y="1144"/>
                  </a:cubicBezTo>
                  <a:cubicBezTo>
                    <a:pt x="3278" y="1172"/>
                    <a:pt x="3081" y="1149"/>
                    <a:pt x="2901" y="1054"/>
                  </a:cubicBezTo>
                  <a:cubicBezTo>
                    <a:pt x="2687" y="947"/>
                    <a:pt x="2512" y="761"/>
                    <a:pt x="2343" y="598"/>
                  </a:cubicBezTo>
                  <a:cubicBezTo>
                    <a:pt x="2028" y="288"/>
                    <a:pt x="1690" y="1"/>
                    <a:pt x="1217" y="12"/>
                  </a:cubicBezTo>
                  <a:cubicBezTo>
                    <a:pt x="817" y="17"/>
                    <a:pt x="423" y="220"/>
                    <a:pt x="214" y="575"/>
                  </a:cubicBezTo>
                  <a:cubicBezTo>
                    <a:pt x="17" y="919"/>
                    <a:pt x="0" y="1363"/>
                    <a:pt x="175" y="1718"/>
                  </a:cubicBezTo>
                  <a:cubicBezTo>
                    <a:pt x="282" y="1932"/>
                    <a:pt x="456" y="2079"/>
                    <a:pt x="620" y="2248"/>
                  </a:cubicBezTo>
                  <a:cubicBezTo>
                    <a:pt x="766" y="2400"/>
                    <a:pt x="868" y="2569"/>
                    <a:pt x="896" y="2783"/>
                  </a:cubicBezTo>
                  <a:cubicBezTo>
                    <a:pt x="952" y="3154"/>
                    <a:pt x="856" y="3554"/>
                    <a:pt x="1014" y="3903"/>
                  </a:cubicBezTo>
                  <a:cubicBezTo>
                    <a:pt x="1217" y="4354"/>
                    <a:pt x="1746" y="4466"/>
                    <a:pt x="2191" y="4489"/>
                  </a:cubicBezTo>
                  <a:cubicBezTo>
                    <a:pt x="2433" y="4495"/>
                    <a:pt x="2675" y="4495"/>
                    <a:pt x="2912" y="45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-933053" y="2381401"/>
              <a:ext cx="1026414" cy="555868"/>
            </a:xfrm>
            <a:custGeom>
              <a:avLst/>
              <a:gdLst/>
              <a:ahLst/>
              <a:cxnLst/>
              <a:rect l="l" t="t" r="r" b="b"/>
              <a:pathLst>
                <a:path w="8060" h="4365" extrusionOk="0">
                  <a:moveTo>
                    <a:pt x="654" y="1943"/>
                  </a:moveTo>
                  <a:lnTo>
                    <a:pt x="1341" y="1482"/>
                  </a:lnTo>
                  <a:cubicBezTo>
                    <a:pt x="1245" y="1482"/>
                    <a:pt x="1155" y="1482"/>
                    <a:pt x="1060" y="1470"/>
                  </a:cubicBezTo>
                  <a:cubicBezTo>
                    <a:pt x="744" y="1431"/>
                    <a:pt x="457" y="1284"/>
                    <a:pt x="266" y="1020"/>
                  </a:cubicBezTo>
                  <a:cubicBezTo>
                    <a:pt x="80" y="766"/>
                    <a:pt x="1" y="428"/>
                    <a:pt x="74" y="119"/>
                  </a:cubicBezTo>
                  <a:cubicBezTo>
                    <a:pt x="74" y="107"/>
                    <a:pt x="80" y="102"/>
                    <a:pt x="85" y="91"/>
                  </a:cubicBezTo>
                  <a:cubicBezTo>
                    <a:pt x="91" y="79"/>
                    <a:pt x="91" y="74"/>
                    <a:pt x="97" y="62"/>
                  </a:cubicBezTo>
                  <a:cubicBezTo>
                    <a:pt x="136" y="0"/>
                    <a:pt x="209" y="17"/>
                    <a:pt x="243" y="62"/>
                  </a:cubicBezTo>
                  <a:cubicBezTo>
                    <a:pt x="266" y="79"/>
                    <a:pt x="277" y="102"/>
                    <a:pt x="271" y="141"/>
                  </a:cubicBezTo>
                  <a:cubicBezTo>
                    <a:pt x="271" y="141"/>
                    <a:pt x="271" y="141"/>
                    <a:pt x="271" y="141"/>
                  </a:cubicBezTo>
                  <a:lnTo>
                    <a:pt x="271" y="141"/>
                  </a:lnTo>
                  <a:cubicBezTo>
                    <a:pt x="204" y="434"/>
                    <a:pt x="277" y="744"/>
                    <a:pt x="474" y="969"/>
                  </a:cubicBezTo>
                  <a:cubicBezTo>
                    <a:pt x="671" y="1200"/>
                    <a:pt x="958" y="1273"/>
                    <a:pt x="1251" y="1284"/>
                  </a:cubicBezTo>
                  <a:cubicBezTo>
                    <a:pt x="1347" y="1290"/>
                    <a:pt x="1443" y="1284"/>
                    <a:pt x="1538" y="1284"/>
                  </a:cubicBezTo>
                  <a:cubicBezTo>
                    <a:pt x="1426" y="1099"/>
                    <a:pt x="1307" y="907"/>
                    <a:pt x="1195" y="721"/>
                  </a:cubicBezTo>
                  <a:cubicBezTo>
                    <a:pt x="1127" y="614"/>
                    <a:pt x="1279" y="496"/>
                    <a:pt x="1347" y="603"/>
                  </a:cubicBezTo>
                  <a:lnTo>
                    <a:pt x="1764" y="1273"/>
                  </a:lnTo>
                  <a:cubicBezTo>
                    <a:pt x="2152" y="1251"/>
                    <a:pt x="2535" y="1239"/>
                    <a:pt x="2884" y="1448"/>
                  </a:cubicBezTo>
                  <a:cubicBezTo>
                    <a:pt x="3109" y="1583"/>
                    <a:pt x="3278" y="1774"/>
                    <a:pt x="3430" y="1977"/>
                  </a:cubicBezTo>
                  <a:cubicBezTo>
                    <a:pt x="3419" y="1910"/>
                    <a:pt x="3408" y="1842"/>
                    <a:pt x="3402" y="1780"/>
                  </a:cubicBezTo>
                  <a:cubicBezTo>
                    <a:pt x="3369" y="1560"/>
                    <a:pt x="3335" y="1341"/>
                    <a:pt x="3301" y="1121"/>
                  </a:cubicBezTo>
                  <a:cubicBezTo>
                    <a:pt x="3284" y="992"/>
                    <a:pt x="3476" y="969"/>
                    <a:pt x="3498" y="1093"/>
                  </a:cubicBezTo>
                  <a:cubicBezTo>
                    <a:pt x="3532" y="1341"/>
                    <a:pt x="3571" y="1589"/>
                    <a:pt x="3611" y="1836"/>
                  </a:cubicBezTo>
                  <a:cubicBezTo>
                    <a:pt x="3628" y="1960"/>
                    <a:pt x="3656" y="2079"/>
                    <a:pt x="3661" y="2202"/>
                  </a:cubicBezTo>
                  <a:cubicBezTo>
                    <a:pt x="3667" y="2231"/>
                    <a:pt x="3661" y="2259"/>
                    <a:pt x="3656" y="2287"/>
                  </a:cubicBezTo>
                  <a:cubicBezTo>
                    <a:pt x="3802" y="2495"/>
                    <a:pt x="3954" y="2692"/>
                    <a:pt x="4151" y="2850"/>
                  </a:cubicBezTo>
                  <a:cubicBezTo>
                    <a:pt x="4484" y="3115"/>
                    <a:pt x="4895" y="3194"/>
                    <a:pt x="5311" y="3216"/>
                  </a:cubicBezTo>
                  <a:cubicBezTo>
                    <a:pt x="5126" y="2816"/>
                    <a:pt x="4934" y="2416"/>
                    <a:pt x="4748" y="2017"/>
                  </a:cubicBezTo>
                  <a:cubicBezTo>
                    <a:pt x="4692" y="1904"/>
                    <a:pt x="4878" y="1825"/>
                    <a:pt x="4928" y="1943"/>
                  </a:cubicBezTo>
                  <a:cubicBezTo>
                    <a:pt x="5131" y="2366"/>
                    <a:pt x="5334" y="2794"/>
                    <a:pt x="5531" y="3222"/>
                  </a:cubicBezTo>
                  <a:cubicBezTo>
                    <a:pt x="5768" y="3227"/>
                    <a:pt x="6004" y="3222"/>
                    <a:pt x="6229" y="3227"/>
                  </a:cubicBezTo>
                  <a:cubicBezTo>
                    <a:pt x="6432" y="3233"/>
                    <a:pt x="6640" y="3256"/>
                    <a:pt x="6843" y="3301"/>
                  </a:cubicBezTo>
                  <a:lnTo>
                    <a:pt x="6483" y="2709"/>
                  </a:lnTo>
                  <a:cubicBezTo>
                    <a:pt x="6415" y="2602"/>
                    <a:pt x="6573" y="2478"/>
                    <a:pt x="6640" y="2585"/>
                  </a:cubicBezTo>
                  <a:cubicBezTo>
                    <a:pt x="6798" y="2850"/>
                    <a:pt x="6961" y="3115"/>
                    <a:pt x="7119" y="3379"/>
                  </a:cubicBezTo>
                  <a:cubicBezTo>
                    <a:pt x="7513" y="3515"/>
                    <a:pt x="7851" y="3757"/>
                    <a:pt x="8015" y="4168"/>
                  </a:cubicBezTo>
                  <a:cubicBezTo>
                    <a:pt x="8060" y="4286"/>
                    <a:pt x="7879" y="4365"/>
                    <a:pt x="7834" y="4247"/>
                  </a:cubicBezTo>
                  <a:cubicBezTo>
                    <a:pt x="7694" y="3898"/>
                    <a:pt x="7423" y="3695"/>
                    <a:pt x="7097" y="3577"/>
                  </a:cubicBezTo>
                  <a:cubicBezTo>
                    <a:pt x="6759" y="3751"/>
                    <a:pt x="6415" y="3931"/>
                    <a:pt x="6077" y="4106"/>
                  </a:cubicBezTo>
                  <a:cubicBezTo>
                    <a:pt x="5965" y="4168"/>
                    <a:pt x="5886" y="3982"/>
                    <a:pt x="5998" y="3926"/>
                  </a:cubicBezTo>
                  <a:cubicBezTo>
                    <a:pt x="6274" y="3785"/>
                    <a:pt x="6550" y="3638"/>
                    <a:pt x="6821" y="3498"/>
                  </a:cubicBezTo>
                  <a:cubicBezTo>
                    <a:pt x="6579" y="3441"/>
                    <a:pt x="6331" y="3424"/>
                    <a:pt x="6100" y="3419"/>
                  </a:cubicBezTo>
                  <a:cubicBezTo>
                    <a:pt x="5897" y="3419"/>
                    <a:pt x="5694" y="3419"/>
                    <a:pt x="5492" y="3413"/>
                  </a:cubicBezTo>
                  <a:cubicBezTo>
                    <a:pt x="4996" y="3605"/>
                    <a:pt x="4506" y="3791"/>
                    <a:pt x="4016" y="3976"/>
                  </a:cubicBezTo>
                  <a:cubicBezTo>
                    <a:pt x="3898" y="4021"/>
                    <a:pt x="3819" y="3841"/>
                    <a:pt x="3937" y="3796"/>
                  </a:cubicBezTo>
                  <a:cubicBezTo>
                    <a:pt x="4298" y="3661"/>
                    <a:pt x="4658" y="3520"/>
                    <a:pt x="5019" y="3385"/>
                  </a:cubicBezTo>
                  <a:cubicBezTo>
                    <a:pt x="4669" y="3340"/>
                    <a:pt x="4337" y="3244"/>
                    <a:pt x="4050" y="3019"/>
                  </a:cubicBezTo>
                  <a:cubicBezTo>
                    <a:pt x="3836" y="2856"/>
                    <a:pt x="3678" y="2642"/>
                    <a:pt x="3521" y="2422"/>
                  </a:cubicBezTo>
                  <a:cubicBezTo>
                    <a:pt x="3430" y="2456"/>
                    <a:pt x="3329" y="2450"/>
                    <a:pt x="3233" y="2456"/>
                  </a:cubicBezTo>
                  <a:lnTo>
                    <a:pt x="2856" y="2484"/>
                  </a:lnTo>
                  <a:cubicBezTo>
                    <a:pt x="2597" y="2501"/>
                    <a:pt x="2338" y="2518"/>
                    <a:pt x="2079" y="2535"/>
                  </a:cubicBezTo>
                  <a:cubicBezTo>
                    <a:pt x="1955" y="2540"/>
                    <a:pt x="1927" y="2343"/>
                    <a:pt x="2051" y="2338"/>
                  </a:cubicBezTo>
                  <a:cubicBezTo>
                    <a:pt x="2484" y="2309"/>
                    <a:pt x="2918" y="2281"/>
                    <a:pt x="3352" y="2253"/>
                  </a:cubicBezTo>
                  <a:cubicBezTo>
                    <a:pt x="3363" y="2253"/>
                    <a:pt x="3380" y="2253"/>
                    <a:pt x="3397" y="2253"/>
                  </a:cubicBezTo>
                  <a:cubicBezTo>
                    <a:pt x="3222" y="2000"/>
                    <a:pt x="3031" y="1763"/>
                    <a:pt x="2766" y="1605"/>
                  </a:cubicBezTo>
                  <a:cubicBezTo>
                    <a:pt x="2451" y="1420"/>
                    <a:pt x="2085" y="1437"/>
                    <a:pt x="1724" y="1459"/>
                  </a:cubicBezTo>
                  <a:cubicBezTo>
                    <a:pt x="1409" y="1673"/>
                    <a:pt x="1093" y="1887"/>
                    <a:pt x="778" y="2101"/>
                  </a:cubicBezTo>
                  <a:cubicBezTo>
                    <a:pt x="671" y="2174"/>
                    <a:pt x="553" y="2017"/>
                    <a:pt x="654" y="19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-302567" y="2301812"/>
              <a:ext cx="2704462" cy="1933505"/>
            </a:xfrm>
            <a:custGeom>
              <a:avLst/>
              <a:gdLst/>
              <a:ahLst/>
              <a:cxnLst/>
              <a:rect l="l" t="t" r="r" b="b"/>
              <a:pathLst>
                <a:path w="21237" h="15183" extrusionOk="0">
                  <a:moveTo>
                    <a:pt x="21237" y="15183"/>
                  </a:moveTo>
                  <a:lnTo>
                    <a:pt x="0" y="15183"/>
                  </a:lnTo>
                  <a:lnTo>
                    <a:pt x="0" y="0"/>
                  </a:lnTo>
                  <a:lnTo>
                    <a:pt x="2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-235202" y="2302574"/>
              <a:ext cx="2637095" cy="1932741"/>
            </a:xfrm>
            <a:custGeom>
              <a:avLst/>
              <a:gdLst/>
              <a:ahLst/>
              <a:cxnLst/>
              <a:rect l="l" t="t" r="r" b="b"/>
              <a:pathLst>
                <a:path w="20708" h="15177" extrusionOk="0">
                  <a:moveTo>
                    <a:pt x="20708" y="15177"/>
                  </a:moveTo>
                  <a:lnTo>
                    <a:pt x="0" y="15177"/>
                  </a:lnTo>
                  <a:lnTo>
                    <a:pt x="0" y="0"/>
                  </a:lnTo>
                  <a:lnTo>
                    <a:pt x="207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-189357" y="2406489"/>
              <a:ext cx="2545406" cy="1772285"/>
            </a:xfrm>
            <a:custGeom>
              <a:avLst/>
              <a:gdLst/>
              <a:ahLst/>
              <a:cxnLst/>
              <a:rect l="l" t="t" r="r" b="b"/>
              <a:pathLst>
                <a:path w="19988" h="13917" extrusionOk="0">
                  <a:moveTo>
                    <a:pt x="19987" y="13916"/>
                  </a:moveTo>
                  <a:lnTo>
                    <a:pt x="1" y="13916"/>
                  </a:lnTo>
                  <a:lnTo>
                    <a:pt x="1" y="1"/>
                  </a:lnTo>
                  <a:lnTo>
                    <a:pt x="199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491940" y="4235173"/>
              <a:ext cx="1585084" cy="472838"/>
            </a:xfrm>
            <a:custGeom>
              <a:avLst/>
              <a:gdLst/>
              <a:ahLst/>
              <a:cxnLst/>
              <a:rect l="l" t="t" r="r" b="b"/>
              <a:pathLst>
                <a:path w="12447" h="3713" extrusionOk="0">
                  <a:moveTo>
                    <a:pt x="1043" y="1"/>
                  </a:moveTo>
                  <a:cubicBezTo>
                    <a:pt x="1043" y="1"/>
                    <a:pt x="1" y="575"/>
                    <a:pt x="1" y="3712"/>
                  </a:cubicBezTo>
                  <a:lnTo>
                    <a:pt x="12446" y="3712"/>
                  </a:lnTo>
                  <a:lnTo>
                    <a:pt x="12446" y="2800"/>
                  </a:lnTo>
                  <a:lnTo>
                    <a:pt x="5666" y="2800"/>
                  </a:lnTo>
                  <a:cubicBezTo>
                    <a:pt x="5666" y="2800"/>
                    <a:pt x="5469" y="1448"/>
                    <a:pt x="64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06330" y="4235173"/>
              <a:ext cx="812599" cy="264117"/>
            </a:xfrm>
            <a:custGeom>
              <a:avLst/>
              <a:gdLst/>
              <a:ahLst/>
              <a:cxnLst/>
              <a:rect l="l" t="t" r="r" b="b"/>
              <a:pathLst>
                <a:path w="6381" h="2074" extrusionOk="0">
                  <a:moveTo>
                    <a:pt x="6381" y="1"/>
                  </a:moveTo>
                  <a:lnTo>
                    <a:pt x="0" y="2073"/>
                  </a:lnTo>
                  <a:cubicBezTo>
                    <a:pt x="0" y="2073"/>
                    <a:pt x="192" y="536"/>
                    <a:pt x="9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494104" y="4591613"/>
              <a:ext cx="1582920" cy="33110"/>
            </a:xfrm>
            <a:custGeom>
              <a:avLst/>
              <a:gdLst/>
              <a:ahLst/>
              <a:cxnLst/>
              <a:rect l="l" t="t" r="r" b="b"/>
              <a:pathLst>
                <a:path w="12430" h="260" extrusionOk="0">
                  <a:moveTo>
                    <a:pt x="1" y="260"/>
                  </a:moveTo>
                  <a:lnTo>
                    <a:pt x="12429" y="260"/>
                  </a:lnTo>
                  <a:lnTo>
                    <a:pt x="1242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998264" y="2320403"/>
              <a:ext cx="71824" cy="71187"/>
            </a:xfrm>
            <a:custGeom>
              <a:avLst/>
              <a:gdLst/>
              <a:ahLst/>
              <a:cxnLst/>
              <a:rect l="l" t="t" r="r" b="b"/>
              <a:pathLst>
                <a:path w="564" h="559" extrusionOk="0">
                  <a:moveTo>
                    <a:pt x="564" y="282"/>
                  </a:moveTo>
                  <a:cubicBezTo>
                    <a:pt x="564" y="434"/>
                    <a:pt x="440" y="558"/>
                    <a:pt x="282" y="558"/>
                  </a:cubicBezTo>
                  <a:cubicBezTo>
                    <a:pt x="130" y="558"/>
                    <a:pt x="1" y="434"/>
                    <a:pt x="1" y="282"/>
                  </a:cubicBezTo>
                  <a:cubicBezTo>
                    <a:pt x="1" y="125"/>
                    <a:pt x="130" y="1"/>
                    <a:pt x="282" y="1"/>
                  </a:cubicBezTo>
                  <a:cubicBezTo>
                    <a:pt x="440" y="1"/>
                    <a:pt x="564" y="125"/>
                    <a:pt x="564" y="282"/>
                  </a:cubicBezTo>
                  <a:close/>
                </a:path>
              </a:pathLst>
            </a:custGeom>
            <a:solidFill>
              <a:srgbClr val="8E8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-87480" y="2576496"/>
              <a:ext cx="535111" cy="475513"/>
            </a:xfrm>
            <a:custGeom>
              <a:avLst/>
              <a:gdLst/>
              <a:ahLst/>
              <a:cxnLst/>
              <a:rect l="l" t="t" r="r" b="b"/>
              <a:pathLst>
                <a:path w="4202" h="3734" extrusionOk="0">
                  <a:moveTo>
                    <a:pt x="4202" y="0"/>
                  </a:moveTo>
                  <a:lnTo>
                    <a:pt x="4202" y="3734"/>
                  </a:lnTo>
                  <a:lnTo>
                    <a:pt x="0" y="3734"/>
                  </a:lnTo>
                  <a:lnTo>
                    <a:pt x="0" y="648"/>
                  </a:lnTo>
                  <a:lnTo>
                    <a:pt x="1639" y="64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87480" y="2658888"/>
              <a:ext cx="592544" cy="393119"/>
            </a:xfrm>
            <a:custGeom>
              <a:avLst/>
              <a:gdLst/>
              <a:ahLst/>
              <a:cxnLst/>
              <a:rect l="l" t="t" r="r" b="b"/>
              <a:pathLst>
                <a:path w="4653" h="3087" extrusionOk="0">
                  <a:moveTo>
                    <a:pt x="4202" y="3087"/>
                  </a:moveTo>
                  <a:lnTo>
                    <a:pt x="0" y="3087"/>
                  </a:lnTo>
                  <a:lnTo>
                    <a:pt x="451" y="1"/>
                  </a:lnTo>
                  <a:lnTo>
                    <a:pt x="46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-87480" y="3102179"/>
              <a:ext cx="535111" cy="475513"/>
            </a:xfrm>
            <a:custGeom>
              <a:avLst/>
              <a:gdLst/>
              <a:ahLst/>
              <a:cxnLst/>
              <a:rect l="l" t="t" r="r" b="b"/>
              <a:pathLst>
                <a:path w="4202" h="3734" extrusionOk="0">
                  <a:moveTo>
                    <a:pt x="4202" y="0"/>
                  </a:moveTo>
                  <a:lnTo>
                    <a:pt x="4202" y="3734"/>
                  </a:lnTo>
                  <a:lnTo>
                    <a:pt x="0" y="3734"/>
                  </a:lnTo>
                  <a:lnTo>
                    <a:pt x="0" y="648"/>
                  </a:lnTo>
                  <a:lnTo>
                    <a:pt x="1639" y="64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-87480" y="3184571"/>
              <a:ext cx="592544" cy="393119"/>
            </a:xfrm>
            <a:custGeom>
              <a:avLst/>
              <a:gdLst/>
              <a:ahLst/>
              <a:cxnLst/>
              <a:rect l="l" t="t" r="r" b="b"/>
              <a:pathLst>
                <a:path w="4653" h="3087" extrusionOk="0">
                  <a:moveTo>
                    <a:pt x="4202" y="3087"/>
                  </a:moveTo>
                  <a:lnTo>
                    <a:pt x="0" y="3087"/>
                  </a:lnTo>
                  <a:lnTo>
                    <a:pt x="451" y="1"/>
                  </a:lnTo>
                  <a:lnTo>
                    <a:pt x="46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-70289" y="3646455"/>
              <a:ext cx="535111" cy="475640"/>
            </a:xfrm>
            <a:custGeom>
              <a:avLst/>
              <a:gdLst/>
              <a:ahLst/>
              <a:cxnLst/>
              <a:rect l="l" t="t" r="r" b="b"/>
              <a:pathLst>
                <a:path w="4202" h="3735" extrusionOk="0">
                  <a:moveTo>
                    <a:pt x="4202" y="1"/>
                  </a:moveTo>
                  <a:lnTo>
                    <a:pt x="4202" y="3734"/>
                  </a:lnTo>
                  <a:lnTo>
                    <a:pt x="1" y="3734"/>
                  </a:lnTo>
                  <a:lnTo>
                    <a:pt x="1" y="648"/>
                  </a:lnTo>
                  <a:lnTo>
                    <a:pt x="1634" y="648"/>
                  </a:lnTo>
                  <a:lnTo>
                    <a:pt x="1791" y="1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-70289" y="3728974"/>
              <a:ext cx="592544" cy="393119"/>
            </a:xfrm>
            <a:custGeom>
              <a:avLst/>
              <a:gdLst/>
              <a:ahLst/>
              <a:cxnLst/>
              <a:rect l="l" t="t" r="r" b="b"/>
              <a:pathLst>
                <a:path w="4653" h="3087" extrusionOk="0">
                  <a:moveTo>
                    <a:pt x="4202" y="3086"/>
                  </a:moveTo>
                  <a:lnTo>
                    <a:pt x="1" y="3086"/>
                  </a:lnTo>
                  <a:lnTo>
                    <a:pt x="451" y="0"/>
                  </a:lnTo>
                  <a:lnTo>
                    <a:pt x="46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739371" y="3586219"/>
              <a:ext cx="327154" cy="486337"/>
            </a:xfrm>
            <a:custGeom>
              <a:avLst/>
              <a:gdLst/>
              <a:ahLst/>
              <a:cxnLst/>
              <a:rect l="l" t="t" r="r" b="b"/>
              <a:pathLst>
                <a:path w="2569" h="3819" extrusionOk="0">
                  <a:moveTo>
                    <a:pt x="2569" y="3819"/>
                  </a:moveTo>
                  <a:lnTo>
                    <a:pt x="1" y="3819"/>
                  </a:lnTo>
                  <a:lnTo>
                    <a:pt x="1" y="0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68788" y="3560368"/>
              <a:ext cx="327918" cy="486337"/>
            </a:xfrm>
            <a:custGeom>
              <a:avLst/>
              <a:gdLst/>
              <a:ahLst/>
              <a:cxnLst/>
              <a:rect l="l" t="t" r="r" b="b"/>
              <a:pathLst>
                <a:path w="2575" h="3819" extrusionOk="0">
                  <a:moveTo>
                    <a:pt x="2574" y="3819"/>
                  </a:moveTo>
                  <a:lnTo>
                    <a:pt x="1" y="3819"/>
                  </a:lnTo>
                  <a:lnTo>
                    <a:pt x="1" y="1"/>
                  </a:lnTo>
                  <a:lnTo>
                    <a:pt x="257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806864" y="3528150"/>
              <a:ext cx="327790" cy="487102"/>
            </a:xfrm>
            <a:custGeom>
              <a:avLst/>
              <a:gdLst/>
              <a:ahLst/>
              <a:cxnLst/>
              <a:rect l="l" t="t" r="r" b="b"/>
              <a:pathLst>
                <a:path w="2574" h="3825" extrusionOk="0">
                  <a:moveTo>
                    <a:pt x="2574" y="3824"/>
                  </a:moveTo>
                  <a:lnTo>
                    <a:pt x="0" y="3824"/>
                  </a:lnTo>
                  <a:lnTo>
                    <a:pt x="0" y="0"/>
                  </a:lnTo>
                  <a:lnTo>
                    <a:pt x="2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841884" y="3610543"/>
              <a:ext cx="261953" cy="23814"/>
            </a:xfrm>
            <a:custGeom>
              <a:avLst/>
              <a:gdLst/>
              <a:ahLst/>
              <a:cxnLst/>
              <a:rect l="l" t="t" r="r" b="b"/>
              <a:pathLst>
                <a:path w="2057" h="187" extrusionOk="0">
                  <a:moveTo>
                    <a:pt x="1921" y="1"/>
                  </a:moveTo>
                  <a:lnTo>
                    <a:pt x="119" y="1"/>
                  </a:lnTo>
                  <a:cubicBezTo>
                    <a:pt x="1" y="1"/>
                    <a:pt x="18" y="187"/>
                    <a:pt x="136" y="187"/>
                  </a:cubicBezTo>
                  <a:lnTo>
                    <a:pt x="1938" y="187"/>
                  </a:lnTo>
                  <a:cubicBezTo>
                    <a:pt x="2056" y="187"/>
                    <a:pt x="2040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841884" y="3674470"/>
              <a:ext cx="261953" cy="23686"/>
            </a:xfrm>
            <a:custGeom>
              <a:avLst/>
              <a:gdLst/>
              <a:ahLst/>
              <a:cxnLst/>
              <a:rect l="l" t="t" r="r" b="b"/>
              <a:pathLst>
                <a:path w="2057" h="186" extrusionOk="0">
                  <a:moveTo>
                    <a:pt x="1921" y="0"/>
                  </a:moveTo>
                  <a:lnTo>
                    <a:pt x="119" y="0"/>
                  </a:lnTo>
                  <a:cubicBezTo>
                    <a:pt x="1" y="0"/>
                    <a:pt x="18" y="186"/>
                    <a:pt x="136" y="186"/>
                  </a:cubicBezTo>
                  <a:lnTo>
                    <a:pt x="1938" y="186"/>
                  </a:lnTo>
                  <a:cubicBezTo>
                    <a:pt x="2056" y="186"/>
                    <a:pt x="2040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841884" y="3737506"/>
              <a:ext cx="261953" cy="23814"/>
            </a:xfrm>
            <a:custGeom>
              <a:avLst/>
              <a:gdLst/>
              <a:ahLst/>
              <a:cxnLst/>
              <a:rect l="l" t="t" r="r" b="b"/>
              <a:pathLst>
                <a:path w="2057" h="187" extrusionOk="0">
                  <a:moveTo>
                    <a:pt x="1921" y="1"/>
                  </a:moveTo>
                  <a:lnTo>
                    <a:pt x="119" y="1"/>
                  </a:lnTo>
                  <a:cubicBezTo>
                    <a:pt x="1" y="1"/>
                    <a:pt x="18" y="187"/>
                    <a:pt x="136" y="187"/>
                  </a:cubicBezTo>
                  <a:lnTo>
                    <a:pt x="1938" y="187"/>
                  </a:lnTo>
                  <a:cubicBezTo>
                    <a:pt x="2056" y="187"/>
                    <a:pt x="2040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841884" y="3801306"/>
              <a:ext cx="261953" cy="23814"/>
            </a:xfrm>
            <a:custGeom>
              <a:avLst/>
              <a:gdLst/>
              <a:ahLst/>
              <a:cxnLst/>
              <a:rect l="l" t="t" r="r" b="b"/>
              <a:pathLst>
                <a:path w="2057" h="187" extrusionOk="0">
                  <a:moveTo>
                    <a:pt x="1921" y="1"/>
                  </a:moveTo>
                  <a:lnTo>
                    <a:pt x="119" y="1"/>
                  </a:lnTo>
                  <a:cubicBezTo>
                    <a:pt x="1" y="1"/>
                    <a:pt x="18" y="187"/>
                    <a:pt x="136" y="187"/>
                  </a:cubicBezTo>
                  <a:lnTo>
                    <a:pt x="1938" y="187"/>
                  </a:lnTo>
                  <a:cubicBezTo>
                    <a:pt x="2056" y="187"/>
                    <a:pt x="2040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843412" y="3855811"/>
              <a:ext cx="262589" cy="23814"/>
            </a:xfrm>
            <a:custGeom>
              <a:avLst/>
              <a:gdLst/>
              <a:ahLst/>
              <a:cxnLst/>
              <a:rect l="l" t="t" r="r" b="b"/>
              <a:pathLst>
                <a:path w="2062" h="187" extrusionOk="0">
                  <a:moveTo>
                    <a:pt x="1921" y="1"/>
                  </a:moveTo>
                  <a:lnTo>
                    <a:pt x="124" y="1"/>
                  </a:lnTo>
                  <a:cubicBezTo>
                    <a:pt x="0" y="1"/>
                    <a:pt x="17" y="187"/>
                    <a:pt x="135" y="187"/>
                  </a:cubicBezTo>
                  <a:lnTo>
                    <a:pt x="1937" y="187"/>
                  </a:lnTo>
                  <a:cubicBezTo>
                    <a:pt x="2061" y="187"/>
                    <a:pt x="2044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851944" y="3919738"/>
              <a:ext cx="262589" cy="23686"/>
            </a:xfrm>
            <a:custGeom>
              <a:avLst/>
              <a:gdLst/>
              <a:ahLst/>
              <a:cxnLst/>
              <a:rect l="l" t="t" r="r" b="b"/>
              <a:pathLst>
                <a:path w="2062" h="186" extrusionOk="0">
                  <a:moveTo>
                    <a:pt x="1921" y="0"/>
                  </a:moveTo>
                  <a:lnTo>
                    <a:pt x="125" y="0"/>
                  </a:lnTo>
                  <a:cubicBezTo>
                    <a:pt x="1" y="0"/>
                    <a:pt x="18" y="186"/>
                    <a:pt x="142" y="186"/>
                  </a:cubicBezTo>
                  <a:lnTo>
                    <a:pt x="1938" y="186"/>
                  </a:lnTo>
                  <a:cubicBezTo>
                    <a:pt x="2062" y="186"/>
                    <a:pt x="2045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" name="Google Shape;93;p15"/>
            <p:cNvGrpSpPr/>
            <p:nvPr/>
          </p:nvGrpSpPr>
          <p:grpSpPr>
            <a:xfrm>
              <a:off x="1247096" y="3528150"/>
              <a:ext cx="395284" cy="544407"/>
              <a:chOff x="2935899" y="3295408"/>
              <a:chExt cx="430827" cy="593359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3010155" y="3295408"/>
                <a:ext cx="356571" cy="530901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3825" extrusionOk="0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6" extrusionOk="0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3049295" y="3652531"/>
                <a:ext cx="286201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7" extrusionOk="0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3059427" y="3722207"/>
                <a:ext cx="285507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86" extrusionOk="0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" name="Google Shape;103;p15"/>
            <p:cNvSpPr/>
            <p:nvPr/>
          </p:nvSpPr>
          <p:spPr>
            <a:xfrm>
              <a:off x="735041" y="3019659"/>
              <a:ext cx="327918" cy="487102"/>
            </a:xfrm>
            <a:custGeom>
              <a:avLst/>
              <a:gdLst/>
              <a:ahLst/>
              <a:cxnLst/>
              <a:rect l="l" t="t" r="r" b="b"/>
              <a:pathLst>
                <a:path w="2575" h="3825" extrusionOk="0">
                  <a:moveTo>
                    <a:pt x="2574" y="3824"/>
                  </a:moveTo>
                  <a:lnTo>
                    <a:pt x="1" y="3824"/>
                  </a:lnTo>
                  <a:lnTo>
                    <a:pt x="1" y="1"/>
                  </a:lnTo>
                  <a:lnTo>
                    <a:pt x="25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764458" y="2993808"/>
              <a:ext cx="327918" cy="487102"/>
            </a:xfrm>
            <a:custGeom>
              <a:avLst/>
              <a:gdLst/>
              <a:ahLst/>
              <a:cxnLst/>
              <a:rect l="l" t="t" r="r" b="b"/>
              <a:pathLst>
                <a:path w="2575" h="3825" extrusionOk="0">
                  <a:moveTo>
                    <a:pt x="2574" y="3825"/>
                  </a:moveTo>
                  <a:lnTo>
                    <a:pt x="1" y="3825"/>
                  </a:lnTo>
                  <a:lnTo>
                    <a:pt x="1" y="1"/>
                  </a:lnTo>
                  <a:lnTo>
                    <a:pt x="257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802535" y="2962354"/>
              <a:ext cx="327790" cy="486337"/>
            </a:xfrm>
            <a:custGeom>
              <a:avLst/>
              <a:gdLst/>
              <a:ahLst/>
              <a:cxnLst/>
              <a:rect l="l" t="t" r="r" b="b"/>
              <a:pathLst>
                <a:path w="2574" h="3819" extrusionOk="0">
                  <a:moveTo>
                    <a:pt x="2574" y="3818"/>
                  </a:moveTo>
                  <a:lnTo>
                    <a:pt x="0" y="3818"/>
                  </a:lnTo>
                  <a:lnTo>
                    <a:pt x="0" y="0"/>
                  </a:lnTo>
                  <a:lnTo>
                    <a:pt x="2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837681" y="3044109"/>
              <a:ext cx="261825" cy="23686"/>
            </a:xfrm>
            <a:custGeom>
              <a:avLst/>
              <a:gdLst/>
              <a:ahLst/>
              <a:cxnLst/>
              <a:rect l="l" t="t" r="r" b="b"/>
              <a:pathLst>
                <a:path w="2056" h="186" extrusionOk="0">
                  <a:moveTo>
                    <a:pt x="1921" y="0"/>
                  </a:moveTo>
                  <a:lnTo>
                    <a:pt x="118" y="0"/>
                  </a:lnTo>
                  <a:cubicBezTo>
                    <a:pt x="0" y="0"/>
                    <a:pt x="17" y="186"/>
                    <a:pt x="135" y="186"/>
                  </a:cubicBezTo>
                  <a:lnTo>
                    <a:pt x="1937" y="186"/>
                  </a:lnTo>
                  <a:cubicBezTo>
                    <a:pt x="2056" y="186"/>
                    <a:pt x="2039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837681" y="3107910"/>
              <a:ext cx="261825" cy="23814"/>
            </a:xfrm>
            <a:custGeom>
              <a:avLst/>
              <a:gdLst/>
              <a:ahLst/>
              <a:cxnLst/>
              <a:rect l="l" t="t" r="r" b="b"/>
              <a:pathLst>
                <a:path w="2056" h="187" extrusionOk="0">
                  <a:moveTo>
                    <a:pt x="1921" y="0"/>
                  </a:moveTo>
                  <a:lnTo>
                    <a:pt x="118" y="0"/>
                  </a:lnTo>
                  <a:cubicBezTo>
                    <a:pt x="0" y="0"/>
                    <a:pt x="17" y="186"/>
                    <a:pt x="135" y="186"/>
                  </a:cubicBezTo>
                  <a:lnTo>
                    <a:pt x="1937" y="186"/>
                  </a:lnTo>
                  <a:cubicBezTo>
                    <a:pt x="2056" y="186"/>
                    <a:pt x="2039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837681" y="3170946"/>
              <a:ext cx="261825" cy="24578"/>
            </a:xfrm>
            <a:custGeom>
              <a:avLst/>
              <a:gdLst/>
              <a:ahLst/>
              <a:cxnLst/>
              <a:rect l="l" t="t" r="r" b="b"/>
              <a:pathLst>
                <a:path w="2056" h="193" extrusionOk="0">
                  <a:moveTo>
                    <a:pt x="1921" y="1"/>
                  </a:moveTo>
                  <a:lnTo>
                    <a:pt x="118" y="1"/>
                  </a:lnTo>
                  <a:cubicBezTo>
                    <a:pt x="0" y="1"/>
                    <a:pt x="17" y="192"/>
                    <a:pt x="135" y="192"/>
                  </a:cubicBezTo>
                  <a:lnTo>
                    <a:pt x="1937" y="192"/>
                  </a:lnTo>
                  <a:cubicBezTo>
                    <a:pt x="2056" y="192"/>
                    <a:pt x="2039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837681" y="3234873"/>
              <a:ext cx="261825" cy="23686"/>
            </a:xfrm>
            <a:custGeom>
              <a:avLst/>
              <a:gdLst/>
              <a:ahLst/>
              <a:cxnLst/>
              <a:rect l="l" t="t" r="r" b="b"/>
              <a:pathLst>
                <a:path w="2056" h="186" extrusionOk="0">
                  <a:moveTo>
                    <a:pt x="1921" y="0"/>
                  </a:moveTo>
                  <a:lnTo>
                    <a:pt x="118" y="0"/>
                  </a:lnTo>
                  <a:cubicBezTo>
                    <a:pt x="0" y="0"/>
                    <a:pt x="17" y="186"/>
                    <a:pt x="135" y="186"/>
                  </a:cubicBezTo>
                  <a:lnTo>
                    <a:pt x="1937" y="186"/>
                  </a:lnTo>
                  <a:cubicBezTo>
                    <a:pt x="2056" y="186"/>
                    <a:pt x="2039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839082" y="3289377"/>
              <a:ext cx="262589" cy="23686"/>
            </a:xfrm>
            <a:custGeom>
              <a:avLst/>
              <a:gdLst/>
              <a:ahLst/>
              <a:cxnLst/>
              <a:rect l="l" t="t" r="r" b="b"/>
              <a:pathLst>
                <a:path w="2062" h="186" extrusionOk="0">
                  <a:moveTo>
                    <a:pt x="1921" y="0"/>
                  </a:moveTo>
                  <a:lnTo>
                    <a:pt x="124" y="0"/>
                  </a:lnTo>
                  <a:cubicBezTo>
                    <a:pt x="0" y="0"/>
                    <a:pt x="17" y="186"/>
                    <a:pt x="141" y="186"/>
                  </a:cubicBezTo>
                  <a:lnTo>
                    <a:pt x="1938" y="186"/>
                  </a:lnTo>
                  <a:cubicBezTo>
                    <a:pt x="2062" y="186"/>
                    <a:pt x="2045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847742" y="3353178"/>
              <a:ext cx="262589" cy="23814"/>
            </a:xfrm>
            <a:custGeom>
              <a:avLst/>
              <a:gdLst/>
              <a:ahLst/>
              <a:cxnLst/>
              <a:rect l="l" t="t" r="r" b="b"/>
              <a:pathLst>
                <a:path w="2062" h="187" extrusionOk="0">
                  <a:moveTo>
                    <a:pt x="1926" y="0"/>
                  </a:moveTo>
                  <a:lnTo>
                    <a:pt x="124" y="0"/>
                  </a:lnTo>
                  <a:cubicBezTo>
                    <a:pt x="0" y="0"/>
                    <a:pt x="17" y="186"/>
                    <a:pt x="141" y="186"/>
                  </a:cubicBezTo>
                  <a:lnTo>
                    <a:pt x="1943" y="186"/>
                  </a:lnTo>
                  <a:cubicBezTo>
                    <a:pt x="2061" y="186"/>
                    <a:pt x="2044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612408" y="881143"/>
              <a:ext cx="1003492" cy="1128929"/>
            </a:xfrm>
            <a:custGeom>
              <a:avLst/>
              <a:gdLst/>
              <a:ahLst/>
              <a:cxnLst/>
              <a:rect l="l" t="t" r="r" b="b"/>
              <a:pathLst>
                <a:path w="7880" h="8865" extrusionOk="0">
                  <a:moveTo>
                    <a:pt x="7879" y="3942"/>
                  </a:moveTo>
                  <a:lnTo>
                    <a:pt x="7879" y="8864"/>
                  </a:lnTo>
                  <a:lnTo>
                    <a:pt x="7068" y="8436"/>
                  </a:lnTo>
                  <a:lnTo>
                    <a:pt x="6500" y="8138"/>
                  </a:lnTo>
                  <a:lnTo>
                    <a:pt x="6500" y="3942"/>
                  </a:lnTo>
                  <a:cubicBezTo>
                    <a:pt x="6500" y="2529"/>
                    <a:pt x="5351" y="1380"/>
                    <a:pt x="3937" y="1380"/>
                  </a:cubicBezTo>
                  <a:cubicBezTo>
                    <a:pt x="3802" y="1380"/>
                    <a:pt x="3667" y="1391"/>
                    <a:pt x="3532" y="1414"/>
                  </a:cubicBezTo>
                  <a:cubicBezTo>
                    <a:pt x="2315" y="1605"/>
                    <a:pt x="1381" y="2664"/>
                    <a:pt x="1381" y="3942"/>
                  </a:cubicBezTo>
                  <a:lnTo>
                    <a:pt x="1381" y="7941"/>
                  </a:lnTo>
                  <a:lnTo>
                    <a:pt x="570" y="8363"/>
                  </a:lnTo>
                  <a:lnTo>
                    <a:pt x="1" y="8662"/>
                  </a:lnTo>
                  <a:lnTo>
                    <a:pt x="1" y="3942"/>
                  </a:lnTo>
                  <a:cubicBezTo>
                    <a:pt x="1" y="1904"/>
                    <a:pt x="1550" y="226"/>
                    <a:pt x="3532" y="23"/>
                  </a:cubicBezTo>
                  <a:cubicBezTo>
                    <a:pt x="3667" y="6"/>
                    <a:pt x="3802" y="0"/>
                    <a:pt x="3937" y="0"/>
                  </a:cubicBezTo>
                  <a:cubicBezTo>
                    <a:pt x="6111" y="0"/>
                    <a:pt x="7879" y="1769"/>
                    <a:pt x="7879" y="3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576624" y="1555948"/>
              <a:ext cx="1103077" cy="1280217"/>
            </a:xfrm>
            <a:custGeom>
              <a:avLst/>
              <a:gdLst/>
              <a:ahLst/>
              <a:cxnLst/>
              <a:rect l="l" t="t" r="r" b="b"/>
              <a:pathLst>
                <a:path w="8662" h="10053" extrusionOk="0">
                  <a:moveTo>
                    <a:pt x="8662" y="2270"/>
                  </a:moveTo>
                  <a:lnTo>
                    <a:pt x="8662" y="5880"/>
                  </a:lnTo>
                  <a:cubicBezTo>
                    <a:pt x="8662" y="7705"/>
                    <a:pt x="6978" y="9371"/>
                    <a:pt x="4466" y="10019"/>
                  </a:cubicBezTo>
                  <a:cubicBezTo>
                    <a:pt x="4421" y="10030"/>
                    <a:pt x="4376" y="10042"/>
                    <a:pt x="4331" y="10053"/>
                  </a:cubicBezTo>
                  <a:cubicBezTo>
                    <a:pt x="4286" y="10042"/>
                    <a:pt x="4246" y="10030"/>
                    <a:pt x="4201" y="10019"/>
                  </a:cubicBezTo>
                  <a:cubicBezTo>
                    <a:pt x="4151" y="10008"/>
                    <a:pt x="4100" y="9997"/>
                    <a:pt x="4049" y="9980"/>
                  </a:cubicBezTo>
                  <a:cubicBezTo>
                    <a:pt x="1622" y="9304"/>
                    <a:pt x="0" y="7671"/>
                    <a:pt x="0" y="5880"/>
                  </a:cubicBezTo>
                  <a:lnTo>
                    <a:pt x="0" y="2270"/>
                  </a:lnTo>
                  <a:lnTo>
                    <a:pt x="4049" y="147"/>
                  </a:lnTo>
                  <a:lnTo>
                    <a:pt x="43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971795" y="1781153"/>
              <a:ext cx="312764" cy="795535"/>
            </a:xfrm>
            <a:custGeom>
              <a:avLst/>
              <a:gdLst/>
              <a:ahLst/>
              <a:cxnLst/>
              <a:rect l="l" t="t" r="r" b="b"/>
              <a:pathLst>
                <a:path w="2456" h="6247" extrusionOk="0">
                  <a:moveTo>
                    <a:pt x="1025" y="1"/>
                  </a:moveTo>
                  <a:cubicBezTo>
                    <a:pt x="1679" y="74"/>
                    <a:pt x="2185" y="632"/>
                    <a:pt x="2185" y="1307"/>
                  </a:cubicBezTo>
                  <a:cubicBezTo>
                    <a:pt x="2185" y="1696"/>
                    <a:pt x="2016" y="2045"/>
                    <a:pt x="1746" y="2287"/>
                  </a:cubicBezTo>
                  <a:cubicBezTo>
                    <a:pt x="1684" y="2344"/>
                    <a:pt x="1617" y="2394"/>
                    <a:pt x="1543" y="2434"/>
                  </a:cubicBezTo>
                  <a:lnTo>
                    <a:pt x="2456" y="6246"/>
                  </a:lnTo>
                  <a:lnTo>
                    <a:pt x="0" y="6246"/>
                  </a:lnTo>
                  <a:lnTo>
                    <a:pt x="839" y="2507"/>
                  </a:lnTo>
                  <a:cubicBezTo>
                    <a:pt x="349" y="2321"/>
                    <a:pt x="0" y="1842"/>
                    <a:pt x="0" y="1285"/>
                  </a:cubicBezTo>
                  <a:cubicBezTo>
                    <a:pt x="0" y="654"/>
                    <a:pt x="440" y="136"/>
                    <a:pt x="1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69017" y="1434715"/>
              <a:ext cx="1318293" cy="1512624"/>
            </a:xfrm>
            <a:custGeom>
              <a:avLst/>
              <a:gdLst/>
              <a:ahLst/>
              <a:cxnLst/>
              <a:rect l="l" t="t" r="r" b="b"/>
              <a:pathLst>
                <a:path w="10352" h="11878" extrusionOk="0">
                  <a:moveTo>
                    <a:pt x="9507" y="6832"/>
                  </a:moveTo>
                  <a:cubicBezTo>
                    <a:pt x="9507" y="8657"/>
                    <a:pt x="7823" y="10323"/>
                    <a:pt x="5311" y="10971"/>
                  </a:cubicBezTo>
                  <a:cubicBezTo>
                    <a:pt x="5266" y="10982"/>
                    <a:pt x="5221" y="10994"/>
                    <a:pt x="5176" y="11005"/>
                  </a:cubicBezTo>
                  <a:cubicBezTo>
                    <a:pt x="5131" y="10994"/>
                    <a:pt x="5091" y="10982"/>
                    <a:pt x="5046" y="10971"/>
                  </a:cubicBezTo>
                  <a:cubicBezTo>
                    <a:pt x="4996" y="10960"/>
                    <a:pt x="4945" y="10949"/>
                    <a:pt x="4894" y="10932"/>
                  </a:cubicBezTo>
                  <a:cubicBezTo>
                    <a:pt x="2467" y="10256"/>
                    <a:pt x="845" y="8623"/>
                    <a:pt x="845" y="6832"/>
                  </a:cubicBezTo>
                  <a:lnTo>
                    <a:pt x="845" y="3228"/>
                  </a:lnTo>
                  <a:lnTo>
                    <a:pt x="2157" y="2541"/>
                  </a:lnTo>
                  <a:lnTo>
                    <a:pt x="4894" y="1105"/>
                  </a:lnTo>
                  <a:lnTo>
                    <a:pt x="5176" y="953"/>
                  </a:lnTo>
                  <a:lnTo>
                    <a:pt x="8076" y="2473"/>
                  </a:lnTo>
                  <a:lnTo>
                    <a:pt x="9507" y="3228"/>
                  </a:lnTo>
                  <a:close/>
                  <a:moveTo>
                    <a:pt x="9670" y="2355"/>
                  </a:moveTo>
                  <a:lnTo>
                    <a:pt x="8076" y="1521"/>
                  </a:lnTo>
                  <a:lnTo>
                    <a:pt x="5176" y="1"/>
                  </a:lnTo>
                  <a:lnTo>
                    <a:pt x="4894" y="147"/>
                  </a:lnTo>
                  <a:lnTo>
                    <a:pt x="2157" y="1583"/>
                  </a:lnTo>
                  <a:lnTo>
                    <a:pt x="558" y="2422"/>
                  </a:lnTo>
                  <a:lnTo>
                    <a:pt x="1" y="2715"/>
                  </a:lnTo>
                  <a:lnTo>
                    <a:pt x="1" y="6832"/>
                  </a:lnTo>
                  <a:cubicBezTo>
                    <a:pt x="1" y="9051"/>
                    <a:pt x="1943" y="11044"/>
                    <a:pt x="4832" y="11793"/>
                  </a:cubicBezTo>
                  <a:cubicBezTo>
                    <a:pt x="4855" y="11799"/>
                    <a:pt x="4877" y="11799"/>
                    <a:pt x="4894" y="11805"/>
                  </a:cubicBezTo>
                  <a:cubicBezTo>
                    <a:pt x="4956" y="11821"/>
                    <a:pt x="5018" y="11838"/>
                    <a:pt x="5075" y="11850"/>
                  </a:cubicBezTo>
                  <a:lnTo>
                    <a:pt x="5176" y="11878"/>
                  </a:lnTo>
                  <a:lnTo>
                    <a:pt x="5277" y="11850"/>
                  </a:lnTo>
                  <a:cubicBezTo>
                    <a:pt x="5362" y="11833"/>
                    <a:pt x="5441" y="11810"/>
                    <a:pt x="5525" y="11793"/>
                  </a:cubicBezTo>
                  <a:cubicBezTo>
                    <a:pt x="8414" y="11044"/>
                    <a:pt x="10351" y="9051"/>
                    <a:pt x="10351" y="6832"/>
                  </a:cubicBezTo>
                  <a:lnTo>
                    <a:pt x="10351" y="2715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" name="Google Shape;116;p15"/>
            <p:cNvGrpSpPr/>
            <p:nvPr/>
          </p:nvGrpSpPr>
          <p:grpSpPr>
            <a:xfrm>
              <a:off x="1247096" y="2965539"/>
              <a:ext cx="395284" cy="544407"/>
              <a:chOff x="2935899" y="3295408"/>
              <a:chExt cx="430827" cy="593359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3010155" y="3295408"/>
                <a:ext cx="356571" cy="530900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3825" extrusionOk="0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6" extrusionOk="0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049295" y="3652531"/>
                <a:ext cx="286200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7" extrusionOk="0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3059427" y="3722207"/>
                <a:ext cx="285506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86" extrusionOk="0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15"/>
            <p:cNvGrpSpPr/>
            <p:nvPr/>
          </p:nvGrpSpPr>
          <p:grpSpPr>
            <a:xfrm>
              <a:off x="1759153" y="2965539"/>
              <a:ext cx="395284" cy="544407"/>
              <a:chOff x="2935899" y="3295408"/>
              <a:chExt cx="430827" cy="593359"/>
            </a:xfrm>
          </p:grpSpPr>
          <p:sp>
            <p:nvSpPr>
              <p:cNvPr id="127" name="Google Shape;127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3010155" y="3295408"/>
                <a:ext cx="356571" cy="530900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3825" extrusionOk="0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6" extrusionOk="0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3049295" y="3652531"/>
                <a:ext cx="286200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7" extrusionOk="0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3059427" y="3722207"/>
                <a:ext cx="285506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86" extrusionOk="0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15"/>
            <p:cNvGrpSpPr/>
            <p:nvPr/>
          </p:nvGrpSpPr>
          <p:grpSpPr>
            <a:xfrm>
              <a:off x="1759153" y="3528150"/>
              <a:ext cx="395284" cy="544407"/>
              <a:chOff x="2935899" y="3295408"/>
              <a:chExt cx="430827" cy="593359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avLst/>
                <a:gdLst/>
                <a:ahLst/>
                <a:cxnLst/>
                <a:rect l="l" t="t" r="r" b="b"/>
                <a:pathLst>
                  <a:path w="2575" h="3819" extrusionOk="0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3010155" y="3295408"/>
                <a:ext cx="356571" cy="530900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3825" extrusionOk="0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6" extrusionOk="0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187" extrusionOk="0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3049295" y="3652531"/>
                <a:ext cx="286200" cy="25955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187" extrusionOk="0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3059427" y="3722207"/>
                <a:ext cx="285506" cy="25816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186" extrusionOk="0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C83F8B26-6516-C0B8-A14F-7C650928C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258" y="3326731"/>
            <a:ext cx="1121042" cy="1121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>
            <a:spLocks noGrp="1"/>
          </p:cNvSpPr>
          <p:nvPr>
            <p:ph type="title"/>
          </p:nvPr>
        </p:nvSpPr>
        <p:spPr>
          <a:xfrm>
            <a:off x="457200" y="13608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INDICE</a:t>
            </a:r>
            <a:endParaRPr sz="3600"/>
          </a:p>
        </p:txBody>
      </p:sp>
      <p:grpSp>
        <p:nvGrpSpPr>
          <p:cNvPr id="283" name="Google Shape;283;p17"/>
          <p:cNvGrpSpPr/>
          <p:nvPr/>
        </p:nvGrpSpPr>
        <p:grpSpPr>
          <a:xfrm>
            <a:off x="2164482" y="580023"/>
            <a:ext cx="4528279" cy="3103003"/>
            <a:chOff x="2483075" y="1771400"/>
            <a:chExt cx="4419558" cy="3028502"/>
          </a:xfrm>
        </p:grpSpPr>
        <p:sp>
          <p:nvSpPr>
            <p:cNvPr id="284" name="Google Shape;284;p17"/>
            <p:cNvSpPr/>
            <p:nvPr/>
          </p:nvSpPr>
          <p:spPr>
            <a:xfrm>
              <a:off x="2483075" y="1771400"/>
              <a:ext cx="4419558" cy="2963499"/>
            </a:xfrm>
            <a:custGeom>
              <a:avLst/>
              <a:gdLst/>
              <a:ahLst/>
              <a:cxnLst/>
              <a:rect l="l" t="t" r="r" b="b"/>
              <a:pathLst>
                <a:path w="63908" h="42853" extrusionOk="0">
                  <a:moveTo>
                    <a:pt x="19470" y="7242"/>
                  </a:moveTo>
                  <a:cubicBezTo>
                    <a:pt x="19470" y="7242"/>
                    <a:pt x="28262" y="1"/>
                    <a:pt x="35241" y="4827"/>
                  </a:cubicBezTo>
                  <a:cubicBezTo>
                    <a:pt x="42225" y="9652"/>
                    <a:pt x="39511" y="14472"/>
                    <a:pt x="48626" y="14102"/>
                  </a:cubicBezTo>
                  <a:cubicBezTo>
                    <a:pt x="57734" y="13732"/>
                    <a:pt x="60531" y="16708"/>
                    <a:pt x="62219" y="24570"/>
                  </a:cubicBezTo>
                  <a:cubicBezTo>
                    <a:pt x="63907" y="32438"/>
                    <a:pt x="53165" y="41218"/>
                    <a:pt x="38283" y="40943"/>
                  </a:cubicBezTo>
                  <a:cubicBezTo>
                    <a:pt x="23400" y="40675"/>
                    <a:pt x="10791" y="42852"/>
                    <a:pt x="5399" y="37758"/>
                  </a:cubicBezTo>
                  <a:cubicBezTo>
                    <a:pt x="1" y="32670"/>
                    <a:pt x="1474" y="24105"/>
                    <a:pt x="8047" y="22077"/>
                  </a:cubicBezTo>
                  <a:cubicBezTo>
                    <a:pt x="14626" y="20043"/>
                    <a:pt x="12920" y="11686"/>
                    <a:pt x="19470" y="72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5253726" y="3137975"/>
              <a:ext cx="396051" cy="424543"/>
            </a:xfrm>
            <a:custGeom>
              <a:avLst/>
              <a:gdLst/>
              <a:ahLst/>
              <a:cxnLst/>
              <a:rect l="l" t="t" r="r" b="b"/>
              <a:pathLst>
                <a:path w="5727" h="6139" extrusionOk="0">
                  <a:moveTo>
                    <a:pt x="1599" y="501"/>
                  </a:moveTo>
                  <a:cubicBezTo>
                    <a:pt x="2613" y="0"/>
                    <a:pt x="3776" y="155"/>
                    <a:pt x="4611" y="800"/>
                  </a:cubicBezTo>
                  <a:cubicBezTo>
                    <a:pt x="4951" y="1062"/>
                    <a:pt x="5231" y="1396"/>
                    <a:pt x="5434" y="1802"/>
                  </a:cubicBezTo>
                  <a:cubicBezTo>
                    <a:pt x="5631" y="2207"/>
                    <a:pt x="5726" y="2643"/>
                    <a:pt x="5726" y="3066"/>
                  </a:cubicBezTo>
                  <a:cubicBezTo>
                    <a:pt x="5726" y="4122"/>
                    <a:pt x="5142" y="5136"/>
                    <a:pt x="4128" y="5637"/>
                  </a:cubicBezTo>
                  <a:cubicBezTo>
                    <a:pt x="3120" y="6138"/>
                    <a:pt x="1957" y="5983"/>
                    <a:pt x="1116" y="5339"/>
                  </a:cubicBezTo>
                  <a:lnTo>
                    <a:pt x="4116" y="3860"/>
                  </a:lnTo>
                  <a:lnTo>
                    <a:pt x="3000" y="1599"/>
                  </a:lnTo>
                  <a:lnTo>
                    <a:pt x="0" y="3072"/>
                  </a:lnTo>
                  <a:cubicBezTo>
                    <a:pt x="0" y="2016"/>
                    <a:pt x="585" y="1002"/>
                    <a:pt x="1599" y="501"/>
                  </a:cubicBezTo>
                  <a:close/>
                </a:path>
              </a:pathLst>
            </a:custGeom>
            <a:solidFill>
              <a:srgbClr val="1D76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3616963" y="3477855"/>
              <a:ext cx="420808" cy="419148"/>
            </a:xfrm>
            <a:custGeom>
              <a:avLst/>
              <a:gdLst/>
              <a:ahLst/>
              <a:cxnLst/>
              <a:rect l="l" t="t" r="r" b="b"/>
              <a:pathLst>
                <a:path w="6085" h="6061" extrusionOk="0">
                  <a:moveTo>
                    <a:pt x="842" y="4862"/>
                  </a:moveTo>
                  <a:cubicBezTo>
                    <a:pt x="120" y="3997"/>
                    <a:pt x="1" y="2828"/>
                    <a:pt x="430" y="1861"/>
                  </a:cubicBezTo>
                  <a:cubicBezTo>
                    <a:pt x="603" y="1474"/>
                    <a:pt x="866" y="1122"/>
                    <a:pt x="1212" y="829"/>
                  </a:cubicBezTo>
                  <a:cubicBezTo>
                    <a:pt x="1558" y="543"/>
                    <a:pt x="1957" y="346"/>
                    <a:pt x="2369" y="251"/>
                  </a:cubicBezTo>
                  <a:cubicBezTo>
                    <a:pt x="3395" y="0"/>
                    <a:pt x="4522" y="334"/>
                    <a:pt x="5244" y="1199"/>
                  </a:cubicBezTo>
                  <a:cubicBezTo>
                    <a:pt x="5966" y="2064"/>
                    <a:pt x="6085" y="3233"/>
                    <a:pt x="5655" y="4200"/>
                  </a:cubicBezTo>
                  <a:lnTo>
                    <a:pt x="3520" y="1629"/>
                  </a:lnTo>
                  <a:lnTo>
                    <a:pt x="1581" y="3245"/>
                  </a:lnTo>
                  <a:lnTo>
                    <a:pt x="3717" y="5816"/>
                  </a:lnTo>
                  <a:cubicBezTo>
                    <a:pt x="2691" y="6061"/>
                    <a:pt x="1564" y="5733"/>
                    <a:pt x="842" y="4862"/>
                  </a:cubicBezTo>
                  <a:close/>
                </a:path>
              </a:pathLst>
            </a:custGeom>
            <a:solidFill>
              <a:srgbClr val="1D76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3473058" y="2859985"/>
              <a:ext cx="2471323" cy="1782816"/>
            </a:xfrm>
            <a:custGeom>
              <a:avLst/>
              <a:gdLst/>
              <a:ahLst/>
              <a:cxnLst/>
              <a:rect l="l" t="t" r="r" b="b"/>
              <a:pathLst>
                <a:path w="35736" h="25780" extrusionOk="0">
                  <a:moveTo>
                    <a:pt x="34220" y="25780"/>
                  </a:moveTo>
                  <a:lnTo>
                    <a:pt x="1515" y="25780"/>
                  </a:lnTo>
                  <a:cubicBezTo>
                    <a:pt x="686" y="25780"/>
                    <a:pt x="0" y="25100"/>
                    <a:pt x="0" y="24265"/>
                  </a:cubicBezTo>
                  <a:lnTo>
                    <a:pt x="0" y="1515"/>
                  </a:lnTo>
                  <a:cubicBezTo>
                    <a:pt x="0" y="680"/>
                    <a:pt x="686" y="0"/>
                    <a:pt x="1515" y="0"/>
                  </a:cubicBezTo>
                  <a:lnTo>
                    <a:pt x="34220" y="0"/>
                  </a:lnTo>
                  <a:cubicBezTo>
                    <a:pt x="35055" y="0"/>
                    <a:pt x="35735" y="680"/>
                    <a:pt x="35735" y="1515"/>
                  </a:cubicBezTo>
                  <a:lnTo>
                    <a:pt x="35735" y="24265"/>
                  </a:lnTo>
                  <a:cubicBezTo>
                    <a:pt x="35735" y="25100"/>
                    <a:pt x="35055" y="25780"/>
                    <a:pt x="34220" y="2578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3583563" y="3008039"/>
              <a:ext cx="2250235" cy="1322520"/>
            </a:xfrm>
            <a:custGeom>
              <a:avLst/>
              <a:gdLst/>
              <a:ahLst/>
              <a:cxnLst/>
              <a:rect l="l" t="t" r="r" b="b"/>
              <a:pathLst>
                <a:path w="32539" h="19124" extrusionOk="0">
                  <a:moveTo>
                    <a:pt x="32539" y="19124"/>
                  </a:moveTo>
                  <a:lnTo>
                    <a:pt x="1" y="19124"/>
                  </a:lnTo>
                  <a:lnTo>
                    <a:pt x="1" y="0"/>
                  </a:lnTo>
                  <a:lnTo>
                    <a:pt x="325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3583563" y="3006379"/>
              <a:ext cx="2250235" cy="194326"/>
            </a:xfrm>
            <a:custGeom>
              <a:avLst/>
              <a:gdLst/>
              <a:ahLst/>
              <a:cxnLst/>
              <a:rect l="l" t="t" r="r" b="b"/>
              <a:pathLst>
                <a:path w="32539" h="2810" extrusionOk="0">
                  <a:moveTo>
                    <a:pt x="32539" y="2810"/>
                  </a:moveTo>
                  <a:lnTo>
                    <a:pt x="1" y="2810"/>
                  </a:lnTo>
                  <a:lnTo>
                    <a:pt x="1" y="1"/>
                  </a:lnTo>
                  <a:lnTo>
                    <a:pt x="325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3212769" y="4478479"/>
              <a:ext cx="2991922" cy="248820"/>
            </a:xfrm>
            <a:custGeom>
              <a:avLst/>
              <a:gdLst/>
              <a:ahLst/>
              <a:cxnLst/>
              <a:rect l="l" t="t" r="r" b="b"/>
              <a:pathLst>
                <a:path w="43264" h="3598" extrusionOk="0">
                  <a:moveTo>
                    <a:pt x="41426" y="3598"/>
                  </a:moveTo>
                  <a:lnTo>
                    <a:pt x="1843" y="3598"/>
                  </a:lnTo>
                  <a:cubicBezTo>
                    <a:pt x="823" y="3598"/>
                    <a:pt x="0" y="2775"/>
                    <a:pt x="0" y="1761"/>
                  </a:cubicBezTo>
                  <a:lnTo>
                    <a:pt x="0" y="1"/>
                  </a:lnTo>
                  <a:lnTo>
                    <a:pt x="43263" y="1"/>
                  </a:lnTo>
                  <a:lnTo>
                    <a:pt x="43263" y="1761"/>
                  </a:lnTo>
                  <a:cubicBezTo>
                    <a:pt x="43263" y="2775"/>
                    <a:pt x="42440" y="3598"/>
                    <a:pt x="41426" y="3598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4308277" y="4408359"/>
              <a:ext cx="800746" cy="193150"/>
            </a:xfrm>
            <a:custGeom>
              <a:avLst/>
              <a:gdLst/>
              <a:ahLst/>
              <a:cxnLst/>
              <a:rect l="l" t="t" r="r" b="b"/>
              <a:pathLst>
                <a:path w="11579" h="2793" extrusionOk="0">
                  <a:moveTo>
                    <a:pt x="1" y="1"/>
                  </a:moveTo>
                  <a:cubicBezTo>
                    <a:pt x="1" y="1540"/>
                    <a:pt x="1253" y="2792"/>
                    <a:pt x="2792" y="2792"/>
                  </a:cubicBezTo>
                  <a:lnTo>
                    <a:pt x="8787" y="2792"/>
                  </a:lnTo>
                  <a:cubicBezTo>
                    <a:pt x="10326" y="2792"/>
                    <a:pt x="11578" y="1540"/>
                    <a:pt x="115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3211939" y="4407529"/>
              <a:ext cx="3002226" cy="71022"/>
            </a:xfrm>
            <a:custGeom>
              <a:avLst/>
              <a:gdLst/>
              <a:ahLst/>
              <a:cxnLst/>
              <a:rect l="l" t="t" r="r" b="b"/>
              <a:pathLst>
                <a:path w="43413" h="1027" extrusionOk="0">
                  <a:moveTo>
                    <a:pt x="43412" y="1"/>
                  </a:moveTo>
                  <a:lnTo>
                    <a:pt x="0" y="1"/>
                  </a:lnTo>
                  <a:lnTo>
                    <a:pt x="0" y="1027"/>
                  </a:lnTo>
                  <a:lnTo>
                    <a:pt x="43412" y="102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4458822" y="3231606"/>
              <a:ext cx="521913" cy="425372"/>
            </a:xfrm>
            <a:custGeom>
              <a:avLst/>
              <a:gdLst/>
              <a:ahLst/>
              <a:cxnLst/>
              <a:rect l="l" t="t" r="r" b="b"/>
              <a:pathLst>
                <a:path w="7547" h="6151" extrusionOk="0">
                  <a:moveTo>
                    <a:pt x="5912" y="871"/>
                  </a:moveTo>
                  <a:cubicBezTo>
                    <a:pt x="5304" y="275"/>
                    <a:pt x="4540" y="0"/>
                    <a:pt x="3639" y="60"/>
                  </a:cubicBezTo>
                  <a:cubicBezTo>
                    <a:pt x="2596" y="132"/>
                    <a:pt x="1743" y="549"/>
                    <a:pt x="1110" y="1301"/>
                  </a:cubicBezTo>
                  <a:cubicBezTo>
                    <a:pt x="442" y="2100"/>
                    <a:pt x="132" y="3144"/>
                    <a:pt x="1" y="4062"/>
                  </a:cubicBezTo>
                  <a:lnTo>
                    <a:pt x="1087" y="4062"/>
                  </a:lnTo>
                  <a:cubicBezTo>
                    <a:pt x="1206" y="3341"/>
                    <a:pt x="1450" y="2565"/>
                    <a:pt x="1934" y="1993"/>
                  </a:cubicBezTo>
                  <a:cubicBezTo>
                    <a:pt x="2375" y="1468"/>
                    <a:pt x="2960" y="1181"/>
                    <a:pt x="3711" y="1134"/>
                  </a:cubicBezTo>
                  <a:cubicBezTo>
                    <a:pt x="4302" y="1092"/>
                    <a:pt x="4773" y="1259"/>
                    <a:pt x="5155" y="1635"/>
                  </a:cubicBezTo>
                  <a:cubicBezTo>
                    <a:pt x="6222" y="2696"/>
                    <a:pt x="6324" y="5208"/>
                    <a:pt x="6270" y="6090"/>
                  </a:cubicBezTo>
                  <a:lnTo>
                    <a:pt x="7344" y="6150"/>
                  </a:lnTo>
                  <a:cubicBezTo>
                    <a:pt x="7356" y="6001"/>
                    <a:pt x="7546" y="2494"/>
                    <a:pt x="5912" y="8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4334279" y="3592508"/>
              <a:ext cx="757386" cy="638646"/>
            </a:xfrm>
            <a:custGeom>
              <a:avLst/>
              <a:gdLst/>
              <a:ahLst/>
              <a:cxnLst/>
              <a:rect l="l" t="t" r="r" b="b"/>
              <a:pathLst>
                <a:path w="10952" h="9235" extrusionOk="0">
                  <a:moveTo>
                    <a:pt x="1" y="1"/>
                  </a:moveTo>
                  <a:lnTo>
                    <a:pt x="10952" y="1"/>
                  </a:lnTo>
                  <a:lnTo>
                    <a:pt x="10952" y="9234"/>
                  </a:lnTo>
                  <a:lnTo>
                    <a:pt x="1" y="9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4632947" y="3882046"/>
              <a:ext cx="154700" cy="167563"/>
            </a:xfrm>
            <a:custGeom>
              <a:avLst/>
              <a:gdLst/>
              <a:ahLst/>
              <a:cxnLst/>
              <a:rect l="l" t="t" r="r" b="b"/>
              <a:pathLst>
                <a:path w="2237" h="2423" extrusionOk="0">
                  <a:moveTo>
                    <a:pt x="585" y="37"/>
                  </a:moveTo>
                  <a:lnTo>
                    <a:pt x="0" y="2423"/>
                  </a:lnTo>
                  <a:lnTo>
                    <a:pt x="2237" y="2423"/>
                  </a:lnTo>
                  <a:cubicBezTo>
                    <a:pt x="2237" y="2423"/>
                    <a:pt x="1712" y="72"/>
                    <a:pt x="1533" y="37"/>
                  </a:cubicBezTo>
                  <a:cubicBezTo>
                    <a:pt x="1354" y="1"/>
                    <a:pt x="585" y="37"/>
                    <a:pt x="585" y="37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4628383" y="3740147"/>
              <a:ext cx="171643" cy="171712"/>
            </a:xfrm>
            <a:custGeom>
              <a:avLst/>
              <a:gdLst/>
              <a:ahLst/>
              <a:cxnLst/>
              <a:rect l="l" t="t" r="r" b="b"/>
              <a:pathLst>
                <a:path w="2482" h="2483" extrusionOk="0">
                  <a:moveTo>
                    <a:pt x="2482" y="1242"/>
                  </a:moveTo>
                  <a:cubicBezTo>
                    <a:pt x="2482" y="1928"/>
                    <a:pt x="1927" y="2482"/>
                    <a:pt x="1241" y="2482"/>
                  </a:cubicBezTo>
                  <a:cubicBezTo>
                    <a:pt x="555" y="2482"/>
                    <a:pt x="1" y="1928"/>
                    <a:pt x="1" y="1242"/>
                  </a:cubicBezTo>
                  <a:cubicBezTo>
                    <a:pt x="1" y="556"/>
                    <a:pt x="555" y="1"/>
                    <a:pt x="1241" y="1"/>
                  </a:cubicBezTo>
                  <a:cubicBezTo>
                    <a:pt x="1927" y="1"/>
                    <a:pt x="2482" y="556"/>
                    <a:pt x="2482" y="1242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2898472" y="3352068"/>
              <a:ext cx="142736" cy="94120"/>
            </a:xfrm>
            <a:custGeom>
              <a:avLst/>
              <a:gdLst/>
              <a:ahLst/>
              <a:cxnLst/>
              <a:rect l="l" t="t" r="r" b="b"/>
              <a:pathLst>
                <a:path w="2064" h="1361" extrusionOk="0">
                  <a:moveTo>
                    <a:pt x="2064" y="865"/>
                  </a:moveTo>
                  <a:cubicBezTo>
                    <a:pt x="2064" y="865"/>
                    <a:pt x="1485" y="1283"/>
                    <a:pt x="1378" y="1169"/>
                  </a:cubicBezTo>
                  <a:cubicBezTo>
                    <a:pt x="1277" y="1056"/>
                    <a:pt x="1187" y="948"/>
                    <a:pt x="949" y="931"/>
                  </a:cubicBezTo>
                  <a:cubicBezTo>
                    <a:pt x="710" y="913"/>
                    <a:pt x="0" y="1360"/>
                    <a:pt x="185" y="954"/>
                  </a:cubicBezTo>
                  <a:cubicBezTo>
                    <a:pt x="376" y="549"/>
                    <a:pt x="1426" y="143"/>
                    <a:pt x="1551" y="72"/>
                  </a:cubicBezTo>
                  <a:cubicBezTo>
                    <a:pt x="1676" y="0"/>
                    <a:pt x="2034" y="805"/>
                    <a:pt x="2064" y="865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2993695" y="3399091"/>
              <a:ext cx="87135" cy="84162"/>
            </a:xfrm>
            <a:custGeom>
              <a:avLst/>
              <a:gdLst/>
              <a:ahLst/>
              <a:cxnLst/>
              <a:rect l="l" t="t" r="r" b="b"/>
              <a:pathLst>
                <a:path w="1260" h="1217" extrusionOk="0">
                  <a:moveTo>
                    <a:pt x="1" y="489"/>
                  </a:moveTo>
                  <a:cubicBezTo>
                    <a:pt x="1" y="489"/>
                    <a:pt x="562" y="0"/>
                    <a:pt x="615" y="30"/>
                  </a:cubicBezTo>
                  <a:cubicBezTo>
                    <a:pt x="657" y="54"/>
                    <a:pt x="1260" y="626"/>
                    <a:pt x="1158" y="716"/>
                  </a:cubicBezTo>
                  <a:cubicBezTo>
                    <a:pt x="1057" y="805"/>
                    <a:pt x="645" y="1217"/>
                    <a:pt x="430" y="1157"/>
                  </a:cubicBezTo>
                  <a:cubicBezTo>
                    <a:pt x="222" y="1098"/>
                    <a:pt x="1" y="489"/>
                    <a:pt x="1" y="489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2960294" y="3401097"/>
              <a:ext cx="710429" cy="395705"/>
            </a:xfrm>
            <a:custGeom>
              <a:avLst/>
              <a:gdLst/>
              <a:ahLst/>
              <a:cxnLst/>
              <a:rect l="l" t="t" r="r" b="b"/>
              <a:pathLst>
                <a:path w="10273" h="5722" extrusionOk="0">
                  <a:moveTo>
                    <a:pt x="10272" y="3878"/>
                  </a:moveTo>
                  <a:cubicBezTo>
                    <a:pt x="10272" y="3878"/>
                    <a:pt x="6664" y="5721"/>
                    <a:pt x="4731" y="5542"/>
                  </a:cubicBezTo>
                  <a:cubicBezTo>
                    <a:pt x="2798" y="5363"/>
                    <a:pt x="1" y="1468"/>
                    <a:pt x="299" y="1051"/>
                  </a:cubicBezTo>
                  <a:cubicBezTo>
                    <a:pt x="597" y="633"/>
                    <a:pt x="1426" y="1"/>
                    <a:pt x="1611" y="1"/>
                  </a:cubicBezTo>
                  <a:cubicBezTo>
                    <a:pt x="2106" y="1"/>
                    <a:pt x="4504" y="2703"/>
                    <a:pt x="5035" y="2673"/>
                  </a:cubicBezTo>
                  <a:cubicBezTo>
                    <a:pt x="5572" y="2643"/>
                    <a:pt x="9270" y="1194"/>
                    <a:pt x="9216" y="1367"/>
                  </a:cubicBezTo>
                  <a:cubicBezTo>
                    <a:pt x="9163" y="1546"/>
                    <a:pt x="10272" y="3878"/>
                    <a:pt x="10272" y="3878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7"/>
            <p:cNvSpPr/>
            <p:nvPr/>
          </p:nvSpPr>
          <p:spPr>
            <a:xfrm>
              <a:off x="3897859" y="3404831"/>
              <a:ext cx="391971" cy="507459"/>
            </a:xfrm>
            <a:custGeom>
              <a:avLst/>
              <a:gdLst/>
              <a:ahLst/>
              <a:cxnLst/>
              <a:rect l="l" t="t" r="r" b="b"/>
              <a:pathLst>
                <a:path w="5668" h="7338" extrusionOk="0">
                  <a:moveTo>
                    <a:pt x="2005" y="603"/>
                  </a:moveTo>
                  <a:cubicBezTo>
                    <a:pt x="2005" y="603"/>
                    <a:pt x="2303" y="2184"/>
                    <a:pt x="3216" y="2762"/>
                  </a:cubicBezTo>
                  <a:cubicBezTo>
                    <a:pt x="4123" y="3335"/>
                    <a:pt x="5667" y="4790"/>
                    <a:pt x="5178" y="6061"/>
                  </a:cubicBezTo>
                  <a:cubicBezTo>
                    <a:pt x="4695" y="7337"/>
                    <a:pt x="4928" y="5536"/>
                    <a:pt x="4928" y="5536"/>
                  </a:cubicBezTo>
                  <a:cubicBezTo>
                    <a:pt x="4928" y="5536"/>
                    <a:pt x="4737" y="6216"/>
                    <a:pt x="4612" y="6162"/>
                  </a:cubicBezTo>
                  <a:cubicBezTo>
                    <a:pt x="4486" y="6103"/>
                    <a:pt x="4558" y="5470"/>
                    <a:pt x="4558" y="5470"/>
                  </a:cubicBezTo>
                  <a:cubicBezTo>
                    <a:pt x="4558" y="5470"/>
                    <a:pt x="4522" y="6132"/>
                    <a:pt x="4313" y="5965"/>
                  </a:cubicBezTo>
                  <a:cubicBezTo>
                    <a:pt x="4105" y="5792"/>
                    <a:pt x="4600" y="5196"/>
                    <a:pt x="4272" y="4856"/>
                  </a:cubicBezTo>
                  <a:cubicBezTo>
                    <a:pt x="3938" y="4516"/>
                    <a:pt x="2256" y="4271"/>
                    <a:pt x="1128" y="3102"/>
                  </a:cubicBezTo>
                  <a:cubicBezTo>
                    <a:pt x="1" y="1933"/>
                    <a:pt x="1737" y="1"/>
                    <a:pt x="2005" y="603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3569940" y="3242324"/>
              <a:ext cx="537542" cy="512369"/>
            </a:xfrm>
            <a:custGeom>
              <a:avLst/>
              <a:gdLst/>
              <a:ahLst/>
              <a:cxnLst/>
              <a:rect l="l" t="t" r="r" b="b"/>
              <a:pathLst>
                <a:path w="7773" h="7409" extrusionOk="0">
                  <a:moveTo>
                    <a:pt x="6186" y="1575"/>
                  </a:moveTo>
                  <a:cubicBezTo>
                    <a:pt x="6186" y="1575"/>
                    <a:pt x="7773" y="3806"/>
                    <a:pt x="5989" y="4909"/>
                  </a:cubicBezTo>
                  <a:cubicBezTo>
                    <a:pt x="3860" y="6222"/>
                    <a:pt x="2261" y="5786"/>
                    <a:pt x="1098" y="6627"/>
                  </a:cubicBezTo>
                  <a:cubicBezTo>
                    <a:pt x="1" y="7409"/>
                    <a:pt x="132" y="1861"/>
                    <a:pt x="365" y="1826"/>
                  </a:cubicBezTo>
                  <a:cubicBezTo>
                    <a:pt x="597" y="1796"/>
                    <a:pt x="2351" y="1712"/>
                    <a:pt x="2852" y="1426"/>
                  </a:cubicBezTo>
                  <a:cubicBezTo>
                    <a:pt x="5333" y="0"/>
                    <a:pt x="6186" y="1575"/>
                    <a:pt x="6186" y="1575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3997715" y="3219643"/>
              <a:ext cx="204630" cy="193081"/>
            </a:xfrm>
            <a:custGeom>
              <a:avLst/>
              <a:gdLst/>
              <a:ahLst/>
              <a:cxnLst/>
              <a:rect l="l" t="t" r="r" b="b"/>
              <a:pathLst>
                <a:path w="2959" h="2792" extrusionOk="0">
                  <a:moveTo>
                    <a:pt x="1265" y="185"/>
                  </a:moveTo>
                  <a:cubicBezTo>
                    <a:pt x="1265" y="185"/>
                    <a:pt x="2959" y="0"/>
                    <a:pt x="2553" y="1014"/>
                  </a:cubicBezTo>
                  <a:cubicBezTo>
                    <a:pt x="2386" y="1420"/>
                    <a:pt x="1265" y="2792"/>
                    <a:pt x="877" y="2321"/>
                  </a:cubicBezTo>
                  <a:cubicBezTo>
                    <a:pt x="0" y="1241"/>
                    <a:pt x="1265" y="185"/>
                    <a:pt x="1265" y="185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4010093" y="3203945"/>
              <a:ext cx="220328" cy="132916"/>
            </a:xfrm>
            <a:custGeom>
              <a:avLst/>
              <a:gdLst/>
              <a:ahLst/>
              <a:cxnLst/>
              <a:rect l="l" t="t" r="r" b="b"/>
              <a:pathLst>
                <a:path w="3186" h="1922" extrusionOk="0">
                  <a:moveTo>
                    <a:pt x="1229" y="430"/>
                  </a:moveTo>
                  <a:cubicBezTo>
                    <a:pt x="1229" y="430"/>
                    <a:pt x="1647" y="1"/>
                    <a:pt x="2124" y="317"/>
                  </a:cubicBezTo>
                  <a:cubicBezTo>
                    <a:pt x="2601" y="633"/>
                    <a:pt x="2834" y="681"/>
                    <a:pt x="3007" y="794"/>
                  </a:cubicBezTo>
                  <a:cubicBezTo>
                    <a:pt x="3185" y="907"/>
                    <a:pt x="2959" y="1569"/>
                    <a:pt x="2332" y="1325"/>
                  </a:cubicBezTo>
                  <a:cubicBezTo>
                    <a:pt x="1706" y="1086"/>
                    <a:pt x="1485" y="549"/>
                    <a:pt x="1330" y="699"/>
                  </a:cubicBezTo>
                  <a:cubicBezTo>
                    <a:pt x="1175" y="842"/>
                    <a:pt x="1062" y="1253"/>
                    <a:pt x="746" y="1337"/>
                  </a:cubicBezTo>
                  <a:cubicBezTo>
                    <a:pt x="430" y="1426"/>
                    <a:pt x="442" y="1921"/>
                    <a:pt x="346" y="1748"/>
                  </a:cubicBezTo>
                  <a:cubicBezTo>
                    <a:pt x="251" y="1569"/>
                    <a:pt x="0" y="60"/>
                    <a:pt x="1229" y="430"/>
                  </a:cubicBezTo>
                  <a:close/>
                </a:path>
              </a:pathLst>
            </a:custGeom>
            <a:solidFill>
              <a:srgbClr val="453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4043079" y="3276140"/>
              <a:ext cx="28492" cy="38035"/>
            </a:xfrm>
            <a:custGeom>
              <a:avLst/>
              <a:gdLst/>
              <a:ahLst/>
              <a:cxnLst/>
              <a:rect l="l" t="t" r="r" b="b"/>
              <a:pathLst>
                <a:path w="412" h="550" extrusionOk="0">
                  <a:moveTo>
                    <a:pt x="275" y="311"/>
                  </a:moveTo>
                  <a:cubicBezTo>
                    <a:pt x="275" y="311"/>
                    <a:pt x="412" y="1"/>
                    <a:pt x="215" y="7"/>
                  </a:cubicBezTo>
                  <a:cubicBezTo>
                    <a:pt x="12" y="12"/>
                    <a:pt x="0" y="203"/>
                    <a:pt x="30" y="376"/>
                  </a:cubicBezTo>
                  <a:cubicBezTo>
                    <a:pt x="60" y="549"/>
                    <a:pt x="245" y="394"/>
                    <a:pt x="275" y="311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4029871" y="3236101"/>
              <a:ext cx="136581" cy="118463"/>
            </a:xfrm>
            <a:custGeom>
              <a:avLst/>
              <a:gdLst/>
              <a:ahLst/>
              <a:cxnLst/>
              <a:rect l="l" t="t" r="r" b="b"/>
              <a:pathLst>
                <a:path w="1975" h="1713" extrusionOk="0">
                  <a:moveTo>
                    <a:pt x="203" y="79"/>
                  </a:moveTo>
                  <a:cubicBezTo>
                    <a:pt x="203" y="79"/>
                    <a:pt x="1975" y="1051"/>
                    <a:pt x="1963" y="1266"/>
                  </a:cubicBezTo>
                  <a:cubicBezTo>
                    <a:pt x="1957" y="1474"/>
                    <a:pt x="1522" y="1713"/>
                    <a:pt x="1378" y="1611"/>
                  </a:cubicBezTo>
                  <a:cubicBezTo>
                    <a:pt x="1229" y="1510"/>
                    <a:pt x="1307" y="1343"/>
                    <a:pt x="1182" y="1266"/>
                  </a:cubicBezTo>
                  <a:cubicBezTo>
                    <a:pt x="1062" y="1188"/>
                    <a:pt x="925" y="1474"/>
                    <a:pt x="663" y="1098"/>
                  </a:cubicBezTo>
                  <a:cubicBezTo>
                    <a:pt x="394" y="723"/>
                    <a:pt x="54" y="436"/>
                    <a:pt x="24" y="335"/>
                  </a:cubicBezTo>
                  <a:cubicBezTo>
                    <a:pt x="1" y="234"/>
                    <a:pt x="96" y="1"/>
                    <a:pt x="203" y="79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3957261" y="3314519"/>
              <a:ext cx="128352" cy="150205"/>
            </a:xfrm>
            <a:custGeom>
              <a:avLst/>
              <a:gdLst/>
              <a:ahLst/>
              <a:cxnLst/>
              <a:rect l="l" t="t" r="r" b="b"/>
              <a:pathLst>
                <a:path w="1856" h="2172" extrusionOk="0">
                  <a:moveTo>
                    <a:pt x="1391" y="0"/>
                  </a:moveTo>
                  <a:cubicBezTo>
                    <a:pt x="1391" y="0"/>
                    <a:pt x="943" y="376"/>
                    <a:pt x="663" y="472"/>
                  </a:cubicBezTo>
                  <a:cubicBezTo>
                    <a:pt x="383" y="567"/>
                    <a:pt x="1" y="1283"/>
                    <a:pt x="424" y="1724"/>
                  </a:cubicBezTo>
                  <a:cubicBezTo>
                    <a:pt x="854" y="2171"/>
                    <a:pt x="1068" y="1301"/>
                    <a:pt x="1122" y="1181"/>
                  </a:cubicBezTo>
                  <a:cubicBezTo>
                    <a:pt x="1176" y="1056"/>
                    <a:pt x="1856" y="573"/>
                    <a:pt x="1856" y="573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3888386" y="3419698"/>
              <a:ext cx="205114" cy="227312"/>
            </a:xfrm>
            <a:custGeom>
              <a:avLst/>
              <a:gdLst/>
              <a:ahLst/>
              <a:cxnLst/>
              <a:rect l="l" t="t" r="r" b="b"/>
              <a:pathLst>
                <a:path w="2966" h="3287" extrusionOk="0">
                  <a:moveTo>
                    <a:pt x="1444" y="3287"/>
                  </a:moveTo>
                  <a:cubicBezTo>
                    <a:pt x="1444" y="3287"/>
                    <a:pt x="2208" y="2816"/>
                    <a:pt x="2404" y="2601"/>
                  </a:cubicBezTo>
                  <a:cubicBezTo>
                    <a:pt x="2637" y="2356"/>
                    <a:pt x="2965" y="1772"/>
                    <a:pt x="2965" y="1772"/>
                  </a:cubicBezTo>
                  <a:cubicBezTo>
                    <a:pt x="2536" y="1223"/>
                    <a:pt x="2237" y="233"/>
                    <a:pt x="2136" y="209"/>
                  </a:cubicBezTo>
                  <a:cubicBezTo>
                    <a:pt x="2041" y="179"/>
                    <a:pt x="13" y="0"/>
                    <a:pt x="19" y="328"/>
                  </a:cubicBezTo>
                  <a:cubicBezTo>
                    <a:pt x="30" y="662"/>
                    <a:pt x="1" y="2386"/>
                    <a:pt x="1444" y="3287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3897444" y="3604472"/>
              <a:ext cx="437751" cy="437751"/>
            </a:xfrm>
            <a:custGeom>
              <a:avLst/>
              <a:gdLst/>
              <a:ahLst/>
              <a:cxnLst/>
              <a:rect l="l" t="t" r="r" b="b"/>
              <a:pathLst>
                <a:path w="6330" h="6330" extrusionOk="0">
                  <a:moveTo>
                    <a:pt x="1820" y="3520"/>
                  </a:moveTo>
                  <a:cubicBezTo>
                    <a:pt x="1379" y="3317"/>
                    <a:pt x="1182" y="2792"/>
                    <a:pt x="1385" y="2351"/>
                  </a:cubicBezTo>
                  <a:cubicBezTo>
                    <a:pt x="1588" y="1909"/>
                    <a:pt x="2112" y="1712"/>
                    <a:pt x="2554" y="1915"/>
                  </a:cubicBezTo>
                  <a:cubicBezTo>
                    <a:pt x="2995" y="2118"/>
                    <a:pt x="3192" y="2637"/>
                    <a:pt x="2989" y="3084"/>
                  </a:cubicBezTo>
                  <a:cubicBezTo>
                    <a:pt x="2786" y="3526"/>
                    <a:pt x="2262" y="3723"/>
                    <a:pt x="1820" y="3520"/>
                  </a:cubicBezTo>
                  <a:close/>
                  <a:moveTo>
                    <a:pt x="5691" y="4319"/>
                  </a:moveTo>
                  <a:cubicBezTo>
                    <a:pt x="6330" y="2923"/>
                    <a:pt x="5715" y="1271"/>
                    <a:pt x="4319" y="639"/>
                  </a:cubicBezTo>
                  <a:cubicBezTo>
                    <a:pt x="2924" y="1"/>
                    <a:pt x="1277" y="615"/>
                    <a:pt x="639" y="2011"/>
                  </a:cubicBezTo>
                  <a:cubicBezTo>
                    <a:pt x="1" y="3406"/>
                    <a:pt x="615" y="5053"/>
                    <a:pt x="2011" y="5691"/>
                  </a:cubicBezTo>
                  <a:cubicBezTo>
                    <a:pt x="3407" y="6329"/>
                    <a:pt x="5059" y="5715"/>
                    <a:pt x="5691" y="43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4206001" y="3792149"/>
              <a:ext cx="511125" cy="290451"/>
            </a:xfrm>
            <a:custGeom>
              <a:avLst/>
              <a:gdLst/>
              <a:ahLst/>
              <a:cxnLst/>
              <a:rect l="l" t="t" r="r" b="b"/>
              <a:pathLst>
                <a:path w="7391" h="4200" extrusionOk="0">
                  <a:moveTo>
                    <a:pt x="728" y="1"/>
                  </a:moveTo>
                  <a:cubicBezTo>
                    <a:pt x="728" y="1"/>
                    <a:pt x="5852" y="2339"/>
                    <a:pt x="6103" y="2458"/>
                  </a:cubicBezTo>
                  <a:cubicBezTo>
                    <a:pt x="6359" y="2571"/>
                    <a:pt x="7117" y="3412"/>
                    <a:pt x="7301" y="3627"/>
                  </a:cubicBezTo>
                  <a:cubicBezTo>
                    <a:pt x="7391" y="3729"/>
                    <a:pt x="6532" y="4200"/>
                    <a:pt x="5709" y="4188"/>
                  </a:cubicBezTo>
                  <a:cubicBezTo>
                    <a:pt x="5440" y="4182"/>
                    <a:pt x="5184" y="3711"/>
                    <a:pt x="5077" y="3663"/>
                  </a:cubicBezTo>
                  <a:cubicBezTo>
                    <a:pt x="4963" y="3609"/>
                    <a:pt x="4331" y="3985"/>
                    <a:pt x="4140" y="3949"/>
                  </a:cubicBezTo>
                  <a:cubicBezTo>
                    <a:pt x="3973" y="3913"/>
                    <a:pt x="3776" y="3156"/>
                    <a:pt x="3597" y="3156"/>
                  </a:cubicBezTo>
                  <a:cubicBezTo>
                    <a:pt x="3424" y="3156"/>
                    <a:pt x="2840" y="3424"/>
                    <a:pt x="2720" y="3299"/>
                  </a:cubicBezTo>
                  <a:cubicBezTo>
                    <a:pt x="2601" y="3180"/>
                    <a:pt x="2213" y="2709"/>
                    <a:pt x="2046" y="2512"/>
                  </a:cubicBezTo>
                  <a:cubicBezTo>
                    <a:pt x="1873" y="2321"/>
                    <a:pt x="1" y="1581"/>
                    <a:pt x="1" y="158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4168867" y="3774031"/>
              <a:ext cx="415068" cy="223578"/>
            </a:xfrm>
            <a:custGeom>
              <a:avLst/>
              <a:gdLst/>
              <a:ahLst/>
              <a:cxnLst/>
              <a:rect l="l" t="t" r="r" b="b"/>
              <a:pathLst>
                <a:path w="6002" h="3233" extrusionOk="0">
                  <a:moveTo>
                    <a:pt x="615" y="245"/>
                  </a:moveTo>
                  <a:cubicBezTo>
                    <a:pt x="615" y="245"/>
                    <a:pt x="5542" y="2434"/>
                    <a:pt x="5691" y="2559"/>
                  </a:cubicBezTo>
                  <a:cubicBezTo>
                    <a:pt x="5840" y="2684"/>
                    <a:pt x="6001" y="3233"/>
                    <a:pt x="5274" y="2899"/>
                  </a:cubicBezTo>
                  <a:cubicBezTo>
                    <a:pt x="4540" y="2565"/>
                    <a:pt x="866" y="883"/>
                    <a:pt x="866" y="883"/>
                  </a:cubicBezTo>
                  <a:cubicBezTo>
                    <a:pt x="866" y="883"/>
                    <a:pt x="454" y="758"/>
                    <a:pt x="227" y="597"/>
                  </a:cubicBezTo>
                  <a:cubicBezTo>
                    <a:pt x="1" y="435"/>
                    <a:pt x="66" y="0"/>
                    <a:pt x="615" y="24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7"/>
            <p:cNvSpPr/>
            <p:nvPr/>
          </p:nvSpPr>
          <p:spPr>
            <a:xfrm>
              <a:off x="3701536" y="3319014"/>
              <a:ext cx="348195" cy="617208"/>
            </a:xfrm>
            <a:custGeom>
              <a:avLst/>
              <a:gdLst/>
              <a:ahLst/>
              <a:cxnLst/>
              <a:rect l="l" t="t" r="r" b="b"/>
              <a:pathLst>
                <a:path w="5035" h="8925" extrusionOk="0">
                  <a:moveTo>
                    <a:pt x="3311" y="1283"/>
                  </a:moveTo>
                  <a:cubicBezTo>
                    <a:pt x="3311" y="1283"/>
                    <a:pt x="1736" y="4224"/>
                    <a:pt x="2416" y="5518"/>
                  </a:cubicBezTo>
                  <a:cubicBezTo>
                    <a:pt x="3055" y="6729"/>
                    <a:pt x="3663" y="7534"/>
                    <a:pt x="4188" y="8077"/>
                  </a:cubicBezTo>
                  <a:cubicBezTo>
                    <a:pt x="4367" y="8262"/>
                    <a:pt x="4325" y="8298"/>
                    <a:pt x="4534" y="8417"/>
                  </a:cubicBezTo>
                  <a:cubicBezTo>
                    <a:pt x="5035" y="8715"/>
                    <a:pt x="4409" y="8525"/>
                    <a:pt x="4409" y="8525"/>
                  </a:cubicBezTo>
                  <a:cubicBezTo>
                    <a:pt x="4409" y="8525"/>
                    <a:pt x="4307" y="8429"/>
                    <a:pt x="4444" y="8674"/>
                  </a:cubicBezTo>
                  <a:cubicBezTo>
                    <a:pt x="4588" y="8924"/>
                    <a:pt x="4248" y="8745"/>
                    <a:pt x="4248" y="8745"/>
                  </a:cubicBezTo>
                  <a:cubicBezTo>
                    <a:pt x="4248" y="8745"/>
                    <a:pt x="4307" y="8853"/>
                    <a:pt x="4164" y="8877"/>
                  </a:cubicBezTo>
                  <a:cubicBezTo>
                    <a:pt x="4116" y="8888"/>
                    <a:pt x="4128" y="8900"/>
                    <a:pt x="3717" y="8668"/>
                  </a:cubicBezTo>
                  <a:cubicBezTo>
                    <a:pt x="2947" y="8244"/>
                    <a:pt x="1838" y="7666"/>
                    <a:pt x="1062" y="6687"/>
                  </a:cubicBezTo>
                  <a:cubicBezTo>
                    <a:pt x="1" y="5345"/>
                    <a:pt x="842" y="2250"/>
                    <a:pt x="1194" y="1122"/>
                  </a:cubicBezTo>
                  <a:cubicBezTo>
                    <a:pt x="1545" y="1"/>
                    <a:pt x="3311" y="1283"/>
                    <a:pt x="3311" y="1283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7"/>
            <p:cNvSpPr/>
            <p:nvPr/>
          </p:nvSpPr>
          <p:spPr>
            <a:xfrm>
              <a:off x="3711425" y="3319428"/>
              <a:ext cx="265763" cy="374198"/>
            </a:xfrm>
            <a:custGeom>
              <a:avLst/>
              <a:gdLst/>
              <a:ahLst/>
              <a:cxnLst/>
              <a:rect l="l" t="t" r="r" b="b"/>
              <a:pathLst>
                <a:path w="3843" h="5411" extrusionOk="0">
                  <a:moveTo>
                    <a:pt x="3359" y="1337"/>
                  </a:moveTo>
                  <a:cubicBezTo>
                    <a:pt x="3359" y="1337"/>
                    <a:pt x="2619" y="3592"/>
                    <a:pt x="2494" y="4940"/>
                  </a:cubicBezTo>
                  <a:cubicBezTo>
                    <a:pt x="2494" y="4940"/>
                    <a:pt x="418" y="5411"/>
                    <a:pt x="221" y="5315"/>
                  </a:cubicBezTo>
                  <a:cubicBezTo>
                    <a:pt x="25" y="5220"/>
                    <a:pt x="1" y="3717"/>
                    <a:pt x="520" y="2089"/>
                  </a:cubicBezTo>
                  <a:cubicBezTo>
                    <a:pt x="1033" y="466"/>
                    <a:pt x="1414" y="1"/>
                    <a:pt x="2160" y="13"/>
                  </a:cubicBezTo>
                  <a:cubicBezTo>
                    <a:pt x="2906" y="19"/>
                    <a:pt x="3842" y="19"/>
                    <a:pt x="3359" y="1337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3902838" y="3319014"/>
              <a:ext cx="160094" cy="151104"/>
            </a:xfrm>
            <a:custGeom>
              <a:avLst/>
              <a:gdLst/>
              <a:ahLst/>
              <a:cxnLst/>
              <a:rect l="l" t="t" r="r" b="b"/>
              <a:pathLst>
                <a:path w="2315" h="2185" extrusionOk="0">
                  <a:moveTo>
                    <a:pt x="1521" y="198"/>
                  </a:moveTo>
                  <a:cubicBezTo>
                    <a:pt x="1521" y="198"/>
                    <a:pt x="2076" y="609"/>
                    <a:pt x="2195" y="1086"/>
                  </a:cubicBezTo>
                  <a:cubicBezTo>
                    <a:pt x="2315" y="1570"/>
                    <a:pt x="1581" y="2184"/>
                    <a:pt x="1146" y="2077"/>
                  </a:cubicBezTo>
                  <a:cubicBezTo>
                    <a:pt x="710" y="1969"/>
                    <a:pt x="0" y="1295"/>
                    <a:pt x="352" y="914"/>
                  </a:cubicBezTo>
                  <a:cubicBezTo>
                    <a:pt x="704" y="532"/>
                    <a:pt x="1384" y="1"/>
                    <a:pt x="1521" y="198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3025090" y="3045173"/>
              <a:ext cx="146885" cy="82986"/>
            </a:xfrm>
            <a:custGeom>
              <a:avLst/>
              <a:gdLst/>
              <a:ahLst/>
              <a:cxnLst/>
              <a:rect l="l" t="t" r="r" b="b"/>
              <a:pathLst>
                <a:path w="2124" h="1200" extrusionOk="0">
                  <a:moveTo>
                    <a:pt x="2124" y="931"/>
                  </a:moveTo>
                  <a:cubicBezTo>
                    <a:pt x="2124" y="931"/>
                    <a:pt x="1456" y="1199"/>
                    <a:pt x="1384" y="1068"/>
                  </a:cubicBezTo>
                  <a:cubicBezTo>
                    <a:pt x="1313" y="931"/>
                    <a:pt x="1247" y="806"/>
                    <a:pt x="1020" y="734"/>
                  </a:cubicBezTo>
                  <a:cubicBezTo>
                    <a:pt x="800" y="656"/>
                    <a:pt x="0" y="925"/>
                    <a:pt x="275" y="573"/>
                  </a:cubicBezTo>
                  <a:cubicBezTo>
                    <a:pt x="555" y="221"/>
                    <a:pt x="1670" y="78"/>
                    <a:pt x="1808" y="42"/>
                  </a:cubicBezTo>
                  <a:cubicBezTo>
                    <a:pt x="1951" y="0"/>
                    <a:pt x="2106" y="871"/>
                    <a:pt x="2124" y="931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7"/>
            <p:cNvSpPr/>
            <p:nvPr/>
          </p:nvSpPr>
          <p:spPr>
            <a:xfrm>
              <a:off x="3120796" y="3099181"/>
              <a:ext cx="71022" cy="87135"/>
            </a:xfrm>
            <a:custGeom>
              <a:avLst/>
              <a:gdLst/>
              <a:ahLst/>
              <a:cxnLst/>
              <a:rect l="l" t="t" r="r" b="b"/>
              <a:pathLst>
                <a:path w="1027" h="1260" extrusionOk="0">
                  <a:moveTo>
                    <a:pt x="0" y="287"/>
                  </a:moveTo>
                  <a:cubicBezTo>
                    <a:pt x="0" y="287"/>
                    <a:pt x="692" y="1"/>
                    <a:pt x="716" y="54"/>
                  </a:cubicBezTo>
                  <a:cubicBezTo>
                    <a:pt x="901" y="388"/>
                    <a:pt x="1026" y="633"/>
                    <a:pt x="972" y="806"/>
                  </a:cubicBezTo>
                  <a:cubicBezTo>
                    <a:pt x="931" y="937"/>
                    <a:pt x="465" y="1259"/>
                    <a:pt x="275" y="1152"/>
                  </a:cubicBezTo>
                  <a:cubicBezTo>
                    <a:pt x="84" y="1039"/>
                    <a:pt x="0" y="287"/>
                    <a:pt x="0" y="287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3083247" y="3108654"/>
              <a:ext cx="529312" cy="469493"/>
            </a:xfrm>
            <a:custGeom>
              <a:avLst/>
              <a:gdLst/>
              <a:ahLst/>
              <a:cxnLst/>
              <a:rect l="l" t="t" r="r" b="b"/>
              <a:pathLst>
                <a:path w="7654" h="6789" extrusionOk="0">
                  <a:moveTo>
                    <a:pt x="7432" y="3836"/>
                  </a:moveTo>
                  <a:cubicBezTo>
                    <a:pt x="7432" y="3836"/>
                    <a:pt x="4695" y="3544"/>
                    <a:pt x="4003" y="3198"/>
                  </a:cubicBezTo>
                  <a:cubicBezTo>
                    <a:pt x="3311" y="2846"/>
                    <a:pt x="2273" y="1"/>
                    <a:pt x="2070" y="61"/>
                  </a:cubicBezTo>
                  <a:cubicBezTo>
                    <a:pt x="1861" y="114"/>
                    <a:pt x="263" y="508"/>
                    <a:pt x="132" y="949"/>
                  </a:cubicBezTo>
                  <a:cubicBezTo>
                    <a:pt x="0" y="1397"/>
                    <a:pt x="1002" y="3377"/>
                    <a:pt x="1694" y="4767"/>
                  </a:cubicBezTo>
                  <a:cubicBezTo>
                    <a:pt x="2386" y="6162"/>
                    <a:pt x="6377" y="6789"/>
                    <a:pt x="7015" y="6681"/>
                  </a:cubicBezTo>
                  <a:cubicBezTo>
                    <a:pt x="7653" y="6568"/>
                    <a:pt x="7432" y="3836"/>
                    <a:pt x="7432" y="3836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3748145" y="3173864"/>
              <a:ext cx="229456" cy="149790"/>
            </a:xfrm>
            <a:custGeom>
              <a:avLst/>
              <a:gdLst/>
              <a:ahLst/>
              <a:cxnLst/>
              <a:rect l="l" t="t" r="r" b="b"/>
              <a:pathLst>
                <a:path w="3318" h="2166" extrusionOk="0">
                  <a:moveTo>
                    <a:pt x="3263" y="2166"/>
                  </a:moveTo>
                  <a:cubicBezTo>
                    <a:pt x="3251" y="2166"/>
                    <a:pt x="3245" y="2160"/>
                    <a:pt x="3234" y="2160"/>
                  </a:cubicBezTo>
                  <a:lnTo>
                    <a:pt x="30" y="96"/>
                  </a:lnTo>
                  <a:cubicBezTo>
                    <a:pt x="7" y="84"/>
                    <a:pt x="1" y="54"/>
                    <a:pt x="18" y="30"/>
                  </a:cubicBezTo>
                  <a:cubicBezTo>
                    <a:pt x="30" y="6"/>
                    <a:pt x="60" y="0"/>
                    <a:pt x="84" y="12"/>
                  </a:cubicBezTo>
                  <a:lnTo>
                    <a:pt x="3287" y="2076"/>
                  </a:lnTo>
                  <a:cubicBezTo>
                    <a:pt x="3311" y="2088"/>
                    <a:pt x="3317" y="2118"/>
                    <a:pt x="3305" y="2142"/>
                  </a:cubicBezTo>
                  <a:cubicBezTo>
                    <a:pt x="3293" y="2160"/>
                    <a:pt x="3275" y="2166"/>
                    <a:pt x="3263" y="216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2938857" y="1888197"/>
              <a:ext cx="840717" cy="1478396"/>
            </a:xfrm>
            <a:custGeom>
              <a:avLst/>
              <a:gdLst/>
              <a:ahLst/>
              <a:cxnLst/>
              <a:rect l="l" t="t" r="r" b="b"/>
              <a:pathLst>
                <a:path w="12157" h="21378" extrusionOk="0">
                  <a:moveTo>
                    <a:pt x="10403" y="21378"/>
                  </a:moveTo>
                  <a:cubicBezTo>
                    <a:pt x="10397" y="21378"/>
                    <a:pt x="10391" y="21378"/>
                    <a:pt x="10385" y="21372"/>
                  </a:cubicBezTo>
                  <a:cubicBezTo>
                    <a:pt x="10356" y="21360"/>
                    <a:pt x="10350" y="21330"/>
                    <a:pt x="10362" y="21306"/>
                  </a:cubicBezTo>
                  <a:lnTo>
                    <a:pt x="11710" y="18634"/>
                  </a:lnTo>
                  <a:lnTo>
                    <a:pt x="11710" y="11822"/>
                  </a:lnTo>
                  <a:cubicBezTo>
                    <a:pt x="12050" y="7152"/>
                    <a:pt x="8584" y="6752"/>
                    <a:pt x="5524" y="6394"/>
                  </a:cubicBezTo>
                  <a:cubicBezTo>
                    <a:pt x="4755" y="6305"/>
                    <a:pt x="4021" y="6215"/>
                    <a:pt x="3359" y="6072"/>
                  </a:cubicBezTo>
                  <a:cubicBezTo>
                    <a:pt x="1" y="5327"/>
                    <a:pt x="740" y="101"/>
                    <a:pt x="746" y="48"/>
                  </a:cubicBezTo>
                  <a:cubicBezTo>
                    <a:pt x="752" y="18"/>
                    <a:pt x="776" y="0"/>
                    <a:pt x="806" y="6"/>
                  </a:cubicBezTo>
                  <a:cubicBezTo>
                    <a:pt x="830" y="12"/>
                    <a:pt x="848" y="36"/>
                    <a:pt x="848" y="60"/>
                  </a:cubicBezTo>
                  <a:cubicBezTo>
                    <a:pt x="836" y="113"/>
                    <a:pt x="114" y="5249"/>
                    <a:pt x="3383" y="5971"/>
                  </a:cubicBezTo>
                  <a:cubicBezTo>
                    <a:pt x="4039" y="6120"/>
                    <a:pt x="4767" y="6203"/>
                    <a:pt x="5536" y="6293"/>
                  </a:cubicBezTo>
                  <a:cubicBezTo>
                    <a:pt x="8638" y="6657"/>
                    <a:pt x="12157" y="7062"/>
                    <a:pt x="11811" y="11822"/>
                  </a:cubicBezTo>
                  <a:lnTo>
                    <a:pt x="11811" y="18646"/>
                  </a:lnTo>
                  <a:cubicBezTo>
                    <a:pt x="11811" y="18658"/>
                    <a:pt x="11811" y="18664"/>
                    <a:pt x="11805" y="18670"/>
                  </a:cubicBezTo>
                  <a:lnTo>
                    <a:pt x="10451" y="21354"/>
                  </a:lnTo>
                  <a:cubicBezTo>
                    <a:pt x="10439" y="21366"/>
                    <a:pt x="10421" y="21378"/>
                    <a:pt x="10403" y="2137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3926765" y="3333881"/>
              <a:ext cx="65213" cy="77246"/>
            </a:xfrm>
            <a:custGeom>
              <a:avLst/>
              <a:gdLst/>
              <a:ahLst/>
              <a:cxnLst/>
              <a:rect l="l" t="t" r="r" b="b"/>
              <a:pathLst>
                <a:path w="943" h="1117" extrusionOk="0">
                  <a:moveTo>
                    <a:pt x="54" y="1116"/>
                  </a:moveTo>
                  <a:cubicBezTo>
                    <a:pt x="36" y="1116"/>
                    <a:pt x="18" y="1110"/>
                    <a:pt x="12" y="1092"/>
                  </a:cubicBezTo>
                  <a:cubicBezTo>
                    <a:pt x="0" y="1068"/>
                    <a:pt x="6" y="1039"/>
                    <a:pt x="30" y="1027"/>
                  </a:cubicBezTo>
                  <a:cubicBezTo>
                    <a:pt x="507" y="758"/>
                    <a:pt x="835" y="48"/>
                    <a:pt x="841" y="36"/>
                  </a:cubicBezTo>
                  <a:cubicBezTo>
                    <a:pt x="853" y="13"/>
                    <a:pt x="883" y="1"/>
                    <a:pt x="907" y="13"/>
                  </a:cubicBezTo>
                  <a:cubicBezTo>
                    <a:pt x="931" y="24"/>
                    <a:pt x="943" y="54"/>
                    <a:pt x="931" y="78"/>
                  </a:cubicBezTo>
                  <a:cubicBezTo>
                    <a:pt x="919" y="114"/>
                    <a:pt x="585" y="830"/>
                    <a:pt x="78" y="1110"/>
                  </a:cubicBezTo>
                  <a:cubicBezTo>
                    <a:pt x="72" y="1116"/>
                    <a:pt x="60" y="1116"/>
                    <a:pt x="54" y="1116"/>
                  </a:cubicBezTo>
                  <a:close/>
                </a:path>
              </a:pathLst>
            </a:custGeom>
            <a:solidFill>
              <a:srgbClr val="F5EF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3654513" y="3359052"/>
              <a:ext cx="97854" cy="78422"/>
            </a:xfrm>
            <a:custGeom>
              <a:avLst/>
              <a:gdLst/>
              <a:ahLst/>
              <a:cxnLst/>
              <a:rect l="l" t="t" r="r" b="b"/>
              <a:pathLst>
                <a:path w="1415" h="1134" extrusionOk="0">
                  <a:moveTo>
                    <a:pt x="1361" y="1134"/>
                  </a:moveTo>
                  <a:cubicBezTo>
                    <a:pt x="1355" y="1134"/>
                    <a:pt x="1355" y="1134"/>
                    <a:pt x="1355" y="1134"/>
                  </a:cubicBezTo>
                  <a:cubicBezTo>
                    <a:pt x="555" y="1020"/>
                    <a:pt x="36" y="120"/>
                    <a:pt x="13" y="84"/>
                  </a:cubicBezTo>
                  <a:cubicBezTo>
                    <a:pt x="1" y="60"/>
                    <a:pt x="7" y="30"/>
                    <a:pt x="30" y="18"/>
                  </a:cubicBezTo>
                  <a:cubicBezTo>
                    <a:pt x="54" y="0"/>
                    <a:pt x="84" y="12"/>
                    <a:pt x="102" y="36"/>
                  </a:cubicBezTo>
                  <a:cubicBezTo>
                    <a:pt x="102" y="42"/>
                    <a:pt x="621" y="925"/>
                    <a:pt x="1367" y="1032"/>
                  </a:cubicBezTo>
                  <a:cubicBezTo>
                    <a:pt x="1396" y="1038"/>
                    <a:pt x="1414" y="1062"/>
                    <a:pt x="1408" y="1092"/>
                  </a:cubicBezTo>
                  <a:cubicBezTo>
                    <a:pt x="1408" y="1116"/>
                    <a:pt x="1384" y="1134"/>
                    <a:pt x="1361" y="113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3928010" y="3442795"/>
              <a:ext cx="129596" cy="170398"/>
            </a:xfrm>
            <a:custGeom>
              <a:avLst/>
              <a:gdLst/>
              <a:ahLst/>
              <a:cxnLst/>
              <a:rect l="l" t="t" r="r" b="b"/>
              <a:pathLst>
                <a:path w="1874" h="2464" extrusionOk="0">
                  <a:moveTo>
                    <a:pt x="60" y="2464"/>
                  </a:moveTo>
                  <a:cubicBezTo>
                    <a:pt x="42" y="2464"/>
                    <a:pt x="24" y="2452"/>
                    <a:pt x="12" y="2434"/>
                  </a:cubicBezTo>
                  <a:cubicBezTo>
                    <a:pt x="0" y="2410"/>
                    <a:pt x="12" y="2380"/>
                    <a:pt x="42" y="2368"/>
                  </a:cubicBezTo>
                  <a:cubicBezTo>
                    <a:pt x="1760" y="1605"/>
                    <a:pt x="1533" y="126"/>
                    <a:pt x="1521" y="60"/>
                  </a:cubicBezTo>
                  <a:cubicBezTo>
                    <a:pt x="1515" y="36"/>
                    <a:pt x="1533" y="6"/>
                    <a:pt x="1563" y="6"/>
                  </a:cubicBezTo>
                  <a:cubicBezTo>
                    <a:pt x="1587" y="0"/>
                    <a:pt x="1611" y="18"/>
                    <a:pt x="1617" y="42"/>
                  </a:cubicBezTo>
                  <a:cubicBezTo>
                    <a:pt x="1623" y="60"/>
                    <a:pt x="1873" y="1665"/>
                    <a:pt x="78" y="2464"/>
                  </a:cubicBezTo>
                  <a:cubicBezTo>
                    <a:pt x="72" y="2464"/>
                    <a:pt x="66" y="2464"/>
                    <a:pt x="60" y="246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3748560" y="3173864"/>
              <a:ext cx="47924" cy="156774"/>
            </a:xfrm>
            <a:custGeom>
              <a:avLst/>
              <a:gdLst/>
              <a:ahLst/>
              <a:cxnLst/>
              <a:rect l="l" t="t" r="r" b="b"/>
              <a:pathLst>
                <a:path w="693" h="2267" extrusionOk="0">
                  <a:moveTo>
                    <a:pt x="639" y="2267"/>
                  </a:moveTo>
                  <a:cubicBezTo>
                    <a:pt x="615" y="2267"/>
                    <a:pt x="597" y="2255"/>
                    <a:pt x="591" y="2231"/>
                  </a:cubicBezTo>
                  <a:lnTo>
                    <a:pt x="7" y="66"/>
                  </a:lnTo>
                  <a:cubicBezTo>
                    <a:pt x="1" y="42"/>
                    <a:pt x="12" y="12"/>
                    <a:pt x="42" y="6"/>
                  </a:cubicBezTo>
                  <a:cubicBezTo>
                    <a:pt x="66" y="0"/>
                    <a:pt x="96" y="18"/>
                    <a:pt x="102" y="42"/>
                  </a:cubicBezTo>
                  <a:lnTo>
                    <a:pt x="687" y="2207"/>
                  </a:lnTo>
                  <a:cubicBezTo>
                    <a:pt x="692" y="2231"/>
                    <a:pt x="681" y="2261"/>
                    <a:pt x="651" y="2267"/>
                  </a:cubicBezTo>
                  <a:cubicBezTo>
                    <a:pt x="645" y="2267"/>
                    <a:pt x="645" y="2267"/>
                    <a:pt x="639" y="2267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3936239" y="3855284"/>
              <a:ext cx="109818" cy="113483"/>
            </a:xfrm>
            <a:custGeom>
              <a:avLst/>
              <a:gdLst/>
              <a:ahLst/>
              <a:cxnLst/>
              <a:rect l="l" t="t" r="r" b="b"/>
              <a:pathLst>
                <a:path w="1588" h="1641" extrusionOk="0">
                  <a:moveTo>
                    <a:pt x="1" y="776"/>
                  </a:moveTo>
                  <a:cubicBezTo>
                    <a:pt x="1" y="776"/>
                    <a:pt x="555" y="0"/>
                    <a:pt x="615" y="66"/>
                  </a:cubicBezTo>
                  <a:cubicBezTo>
                    <a:pt x="669" y="131"/>
                    <a:pt x="925" y="430"/>
                    <a:pt x="1086" y="561"/>
                  </a:cubicBezTo>
                  <a:cubicBezTo>
                    <a:pt x="1253" y="692"/>
                    <a:pt x="1492" y="799"/>
                    <a:pt x="1539" y="865"/>
                  </a:cubicBezTo>
                  <a:cubicBezTo>
                    <a:pt x="1587" y="925"/>
                    <a:pt x="1080" y="793"/>
                    <a:pt x="1080" y="793"/>
                  </a:cubicBezTo>
                  <a:cubicBezTo>
                    <a:pt x="1080" y="793"/>
                    <a:pt x="1438" y="1479"/>
                    <a:pt x="1355" y="1467"/>
                  </a:cubicBezTo>
                  <a:cubicBezTo>
                    <a:pt x="1265" y="1462"/>
                    <a:pt x="991" y="1074"/>
                    <a:pt x="991" y="1074"/>
                  </a:cubicBezTo>
                  <a:cubicBezTo>
                    <a:pt x="991" y="1074"/>
                    <a:pt x="1217" y="1360"/>
                    <a:pt x="1164" y="1563"/>
                  </a:cubicBezTo>
                  <a:cubicBezTo>
                    <a:pt x="1152" y="1617"/>
                    <a:pt x="865" y="1181"/>
                    <a:pt x="865" y="1181"/>
                  </a:cubicBezTo>
                  <a:cubicBezTo>
                    <a:pt x="865" y="1181"/>
                    <a:pt x="1009" y="1491"/>
                    <a:pt x="961" y="1569"/>
                  </a:cubicBezTo>
                  <a:cubicBezTo>
                    <a:pt x="913" y="1640"/>
                    <a:pt x="740" y="1241"/>
                    <a:pt x="531" y="1127"/>
                  </a:cubicBezTo>
                  <a:cubicBezTo>
                    <a:pt x="317" y="1014"/>
                    <a:pt x="1" y="776"/>
                    <a:pt x="1" y="776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5472731" y="2167846"/>
              <a:ext cx="252070" cy="186511"/>
            </a:xfrm>
            <a:custGeom>
              <a:avLst/>
              <a:gdLst/>
              <a:ahLst/>
              <a:cxnLst/>
              <a:rect l="l" t="t" r="r" b="b"/>
              <a:pathLst>
                <a:path w="3645" h="2697" extrusionOk="0">
                  <a:moveTo>
                    <a:pt x="162" y="513"/>
                  </a:moveTo>
                  <a:cubicBezTo>
                    <a:pt x="162" y="513"/>
                    <a:pt x="2738" y="6"/>
                    <a:pt x="2977" y="6"/>
                  </a:cubicBezTo>
                  <a:cubicBezTo>
                    <a:pt x="3221" y="0"/>
                    <a:pt x="3645" y="1342"/>
                    <a:pt x="3550" y="1694"/>
                  </a:cubicBezTo>
                  <a:cubicBezTo>
                    <a:pt x="3454" y="2046"/>
                    <a:pt x="2148" y="2690"/>
                    <a:pt x="1605" y="2696"/>
                  </a:cubicBezTo>
                  <a:cubicBezTo>
                    <a:pt x="1062" y="2696"/>
                    <a:pt x="0" y="984"/>
                    <a:pt x="162" y="513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4781417" y="3015023"/>
              <a:ext cx="146885" cy="80496"/>
            </a:xfrm>
            <a:custGeom>
              <a:avLst/>
              <a:gdLst/>
              <a:ahLst/>
              <a:cxnLst/>
              <a:rect l="l" t="t" r="r" b="b"/>
              <a:pathLst>
                <a:path w="2124" h="1164" extrusionOk="0">
                  <a:moveTo>
                    <a:pt x="2124" y="222"/>
                  </a:moveTo>
                  <a:cubicBezTo>
                    <a:pt x="2124" y="222"/>
                    <a:pt x="1438" y="1"/>
                    <a:pt x="1378" y="138"/>
                  </a:cubicBezTo>
                  <a:cubicBezTo>
                    <a:pt x="1313" y="281"/>
                    <a:pt x="1259" y="406"/>
                    <a:pt x="1038" y="496"/>
                  </a:cubicBezTo>
                  <a:cubicBezTo>
                    <a:pt x="818" y="591"/>
                    <a:pt x="0" y="377"/>
                    <a:pt x="305" y="705"/>
                  </a:cubicBezTo>
                  <a:cubicBezTo>
                    <a:pt x="609" y="1039"/>
                    <a:pt x="1730" y="1104"/>
                    <a:pt x="1873" y="1134"/>
                  </a:cubicBezTo>
                  <a:cubicBezTo>
                    <a:pt x="2017" y="1164"/>
                    <a:pt x="2112" y="287"/>
                    <a:pt x="2124" y="222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4876708" y="2968830"/>
              <a:ext cx="69777" cy="74757"/>
            </a:xfrm>
            <a:custGeom>
              <a:avLst/>
              <a:gdLst/>
              <a:ahLst/>
              <a:cxnLst/>
              <a:rect l="l" t="t" r="r" b="b"/>
              <a:pathLst>
                <a:path w="1009" h="1081" extrusionOk="0">
                  <a:moveTo>
                    <a:pt x="0" y="806"/>
                  </a:moveTo>
                  <a:cubicBezTo>
                    <a:pt x="0" y="806"/>
                    <a:pt x="406" y="1033"/>
                    <a:pt x="710" y="1080"/>
                  </a:cubicBezTo>
                  <a:lnTo>
                    <a:pt x="1008" y="418"/>
                  </a:lnTo>
                  <a:cubicBezTo>
                    <a:pt x="883" y="359"/>
                    <a:pt x="281" y="1"/>
                    <a:pt x="120" y="150"/>
                  </a:cubicBezTo>
                  <a:cubicBezTo>
                    <a:pt x="84" y="180"/>
                    <a:pt x="0" y="806"/>
                    <a:pt x="0" y="806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4846973" y="2508141"/>
              <a:ext cx="620459" cy="521429"/>
            </a:xfrm>
            <a:custGeom>
              <a:avLst/>
              <a:gdLst/>
              <a:ahLst/>
              <a:cxnLst/>
              <a:rect l="l" t="t" r="r" b="b"/>
              <a:pathLst>
                <a:path w="8972" h="7540" extrusionOk="0">
                  <a:moveTo>
                    <a:pt x="7689" y="1569"/>
                  </a:moveTo>
                  <a:cubicBezTo>
                    <a:pt x="7689" y="1569"/>
                    <a:pt x="3186" y="0"/>
                    <a:pt x="1808" y="1277"/>
                  </a:cubicBezTo>
                  <a:cubicBezTo>
                    <a:pt x="752" y="2255"/>
                    <a:pt x="108" y="6233"/>
                    <a:pt x="19" y="6937"/>
                  </a:cubicBezTo>
                  <a:cubicBezTo>
                    <a:pt x="1" y="7110"/>
                    <a:pt x="2434" y="7540"/>
                    <a:pt x="2434" y="7540"/>
                  </a:cubicBezTo>
                  <a:cubicBezTo>
                    <a:pt x="2434" y="7540"/>
                    <a:pt x="3616" y="4193"/>
                    <a:pt x="3860" y="3830"/>
                  </a:cubicBezTo>
                  <a:cubicBezTo>
                    <a:pt x="3860" y="3830"/>
                    <a:pt x="4695" y="3847"/>
                    <a:pt x="7779" y="4665"/>
                  </a:cubicBezTo>
                  <a:cubicBezTo>
                    <a:pt x="8525" y="4867"/>
                    <a:pt x="8972" y="2279"/>
                    <a:pt x="7689" y="1569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5023103" y="3154848"/>
              <a:ext cx="144880" cy="76831"/>
            </a:xfrm>
            <a:custGeom>
              <a:avLst/>
              <a:gdLst/>
              <a:ahLst/>
              <a:cxnLst/>
              <a:rect l="l" t="t" r="r" b="b"/>
              <a:pathLst>
                <a:path w="2095" h="1111" extrusionOk="0">
                  <a:moveTo>
                    <a:pt x="2094" y="150"/>
                  </a:moveTo>
                  <a:cubicBezTo>
                    <a:pt x="2094" y="150"/>
                    <a:pt x="1397" y="1"/>
                    <a:pt x="1343" y="144"/>
                  </a:cubicBezTo>
                  <a:cubicBezTo>
                    <a:pt x="1295" y="287"/>
                    <a:pt x="1253" y="418"/>
                    <a:pt x="1045" y="532"/>
                  </a:cubicBezTo>
                  <a:cubicBezTo>
                    <a:pt x="836" y="645"/>
                    <a:pt x="1" y="508"/>
                    <a:pt x="335" y="806"/>
                  </a:cubicBezTo>
                  <a:cubicBezTo>
                    <a:pt x="669" y="1110"/>
                    <a:pt x="1790" y="1069"/>
                    <a:pt x="1933" y="1087"/>
                  </a:cubicBezTo>
                  <a:cubicBezTo>
                    <a:pt x="2077" y="1098"/>
                    <a:pt x="2089" y="216"/>
                    <a:pt x="2094" y="150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5115906" y="3107410"/>
              <a:ext cx="67357" cy="71437"/>
            </a:xfrm>
            <a:custGeom>
              <a:avLst/>
              <a:gdLst/>
              <a:ahLst/>
              <a:cxnLst/>
              <a:rect l="l" t="t" r="r" b="b"/>
              <a:pathLst>
                <a:path w="974" h="1033" extrusionOk="0">
                  <a:moveTo>
                    <a:pt x="1" y="830"/>
                  </a:moveTo>
                  <a:cubicBezTo>
                    <a:pt x="1" y="830"/>
                    <a:pt x="251" y="967"/>
                    <a:pt x="741" y="1033"/>
                  </a:cubicBezTo>
                  <a:lnTo>
                    <a:pt x="973" y="341"/>
                  </a:lnTo>
                  <a:cubicBezTo>
                    <a:pt x="842" y="299"/>
                    <a:pt x="210" y="1"/>
                    <a:pt x="61" y="162"/>
                  </a:cubicBezTo>
                  <a:cubicBezTo>
                    <a:pt x="31" y="198"/>
                    <a:pt x="1" y="830"/>
                    <a:pt x="1" y="830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5074276" y="2605023"/>
              <a:ext cx="581248" cy="557389"/>
            </a:xfrm>
            <a:custGeom>
              <a:avLst/>
              <a:gdLst/>
              <a:ahLst/>
              <a:cxnLst/>
              <a:rect l="l" t="t" r="r" b="b"/>
              <a:pathLst>
                <a:path w="8405" h="8060" extrusionOk="0">
                  <a:moveTo>
                    <a:pt x="1575" y="1080"/>
                  </a:moveTo>
                  <a:cubicBezTo>
                    <a:pt x="645" y="3043"/>
                    <a:pt x="0" y="7672"/>
                    <a:pt x="0" y="7672"/>
                  </a:cubicBezTo>
                  <a:lnTo>
                    <a:pt x="2559" y="8059"/>
                  </a:lnTo>
                  <a:cubicBezTo>
                    <a:pt x="2744" y="7326"/>
                    <a:pt x="3299" y="4325"/>
                    <a:pt x="3651" y="4063"/>
                  </a:cubicBezTo>
                  <a:cubicBezTo>
                    <a:pt x="4009" y="3806"/>
                    <a:pt x="6365" y="3985"/>
                    <a:pt x="7385" y="3687"/>
                  </a:cubicBezTo>
                  <a:cubicBezTo>
                    <a:pt x="8405" y="3383"/>
                    <a:pt x="8292" y="1486"/>
                    <a:pt x="8292" y="1486"/>
                  </a:cubicBezTo>
                  <a:lnTo>
                    <a:pt x="7987" y="1069"/>
                  </a:lnTo>
                  <a:cubicBezTo>
                    <a:pt x="7987" y="1069"/>
                    <a:pt x="2082" y="1"/>
                    <a:pt x="1575" y="1080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5308978" y="1973530"/>
              <a:ext cx="156429" cy="224062"/>
            </a:xfrm>
            <a:custGeom>
              <a:avLst/>
              <a:gdLst/>
              <a:ahLst/>
              <a:cxnLst/>
              <a:rect l="l" t="t" r="r" b="b"/>
              <a:pathLst>
                <a:path w="2262" h="3240" extrusionOk="0">
                  <a:moveTo>
                    <a:pt x="1450" y="943"/>
                  </a:moveTo>
                  <a:cubicBezTo>
                    <a:pt x="1450" y="943"/>
                    <a:pt x="36" y="1"/>
                    <a:pt x="12" y="1092"/>
                  </a:cubicBezTo>
                  <a:cubicBezTo>
                    <a:pt x="0" y="1534"/>
                    <a:pt x="490" y="3240"/>
                    <a:pt x="1026" y="2959"/>
                  </a:cubicBezTo>
                  <a:cubicBezTo>
                    <a:pt x="2261" y="2315"/>
                    <a:pt x="1450" y="943"/>
                    <a:pt x="1450" y="943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5275578" y="1990472"/>
              <a:ext cx="217423" cy="155184"/>
            </a:xfrm>
            <a:custGeom>
              <a:avLst/>
              <a:gdLst/>
              <a:ahLst/>
              <a:cxnLst/>
              <a:rect l="l" t="t" r="r" b="b"/>
              <a:pathLst>
                <a:path w="3144" h="2244" extrusionOk="0">
                  <a:moveTo>
                    <a:pt x="1861" y="561"/>
                  </a:moveTo>
                  <a:cubicBezTo>
                    <a:pt x="1861" y="561"/>
                    <a:pt x="1658" y="0"/>
                    <a:pt x="1092" y="102"/>
                  </a:cubicBezTo>
                  <a:cubicBezTo>
                    <a:pt x="525" y="197"/>
                    <a:pt x="734" y="167"/>
                    <a:pt x="525" y="197"/>
                  </a:cubicBezTo>
                  <a:cubicBezTo>
                    <a:pt x="316" y="233"/>
                    <a:pt x="0" y="1062"/>
                    <a:pt x="674" y="1092"/>
                  </a:cubicBezTo>
                  <a:cubicBezTo>
                    <a:pt x="1342" y="1116"/>
                    <a:pt x="1581" y="567"/>
                    <a:pt x="1664" y="764"/>
                  </a:cubicBezTo>
                  <a:cubicBezTo>
                    <a:pt x="1748" y="961"/>
                    <a:pt x="1694" y="1378"/>
                    <a:pt x="1951" y="1587"/>
                  </a:cubicBezTo>
                  <a:cubicBezTo>
                    <a:pt x="2201" y="1790"/>
                    <a:pt x="1998" y="2243"/>
                    <a:pt x="2154" y="2118"/>
                  </a:cubicBezTo>
                  <a:cubicBezTo>
                    <a:pt x="2315" y="1993"/>
                    <a:pt x="3144" y="710"/>
                    <a:pt x="1861" y="561"/>
                  </a:cubicBezTo>
                  <a:close/>
                </a:path>
              </a:pathLst>
            </a:custGeom>
            <a:solidFill>
              <a:srgbClr val="453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5408765" y="2077465"/>
              <a:ext cx="25657" cy="44674"/>
            </a:xfrm>
            <a:custGeom>
              <a:avLst/>
              <a:gdLst/>
              <a:ahLst/>
              <a:cxnLst/>
              <a:rect l="l" t="t" r="r" b="b"/>
              <a:pathLst>
                <a:path w="371" h="646" extrusionOk="0">
                  <a:moveTo>
                    <a:pt x="7" y="341"/>
                  </a:moveTo>
                  <a:cubicBezTo>
                    <a:pt x="7" y="341"/>
                    <a:pt x="7" y="1"/>
                    <a:pt x="186" y="84"/>
                  </a:cubicBezTo>
                  <a:cubicBezTo>
                    <a:pt x="371" y="174"/>
                    <a:pt x="305" y="353"/>
                    <a:pt x="210" y="496"/>
                  </a:cubicBezTo>
                  <a:cubicBezTo>
                    <a:pt x="114" y="645"/>
                    <a:pt x="1" y="430"/>
                    <a:pt x="7" y="341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5342379" y="2119993"/>
              <a:ext cx="180356" cy="222817"/>
            </a:xfrm>
            <a:custGeom>
              <a:avLst/>
              <a:gdLst/>
              <a:ahLst/>
              <a:cxnLst/>
              <a:rect l="l" t="t" r="r" b="b"/>
              <a:pathLst>
                <a:path w="2608" h="3222" extrusionOk="0">
                  <a:moveTo>
                    <a:pt x="991" y="0"/>
                  </a:moveTo>
                  <a:cubicBezTo>
                    <a:pt x="991" y="0"/>
                    <a:pt x="1372" y="1193"/>
                    <a:pt x="1593" y="1390"/>
                  </a:cubicBezTo>
                  <a:cubicBezTo>
                    <a:pt x="1808" y="1587"/>
                    <a:pt x="2100" y="1545"/>
                    <a:pt x="2357" y="1611"/>
                  </a:cubicBezTo>
                  <a:cubicBezTo>
                    <a:pt x="2607" y="1682"/>
                    <a:pt x="2047" y="2744"/>
                    <a:pt x="1480" y="2983"/>
                  </a:cubicBezTo>
                  <a:cubicBezTo>
                    <a:pt x="919" y="3221"/>
                    <a:pt x="257" y="2505"/>
                    <a:pt x="132" y="2464"/>
                  </a:cubicBezTo>
                  <a:cubicBezTo>
                    <a:pt x="1" y="2416"/>
                    <a:pt x="860" y="1629"/>
                    <a:pt x="860" y="1497"/>
                  </a:cubicBezTo>
                  <a:cubicBezTo>
                    <a:pt x="854" y="1360"/>
                    <a:pt x="335" y="340"/>
                    <a:pt x="335" y="340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5273503" y="2149244"/>
              <a:ext cx="360159" cy="547500"/>
            </a:xfrm>
            <a:custGeom>
              <a:avLst/>
              <a:gdLst/>
              <a:ahLst/>
              <a:cxnLst/>
              <a:rect l="l" t="t" r="r" b="b"/>
              <a:pathLst>
                <a:path w="5208" h="7917" extrusionOk="0">
                  <a:moveTo>
                    <a:pt x="1331" y="633"/>
                  </a:moveTo>
                  <a:cubicBezTo>
                    <a:pt x="1331" y="633"/>
                    <a:pt x="2530" y="1"/>
                    <a:pt x="2613" y="114"/>
                  </a:cubicBezTo>
                  <a:cubicBezTo>
                    <a:pt x="2703" y="221"/>
                    <a:pt x="2971" y="770"/>
                    <a:pt x="2971" y="770"/>
                  </a:cubicBezTo>
                  <a:cubicBezTo>
                    <a:pt x="2971" y="770"/>
                    <a:pt x="3764" y="925"/>
                    <a:pt x="4235" y="997"/>
                  </a:cubicBezTo>
                  <a:cubicBezTo>
                    <a:pt x="4754" y="1068"/>
                    <a:pt x="5178" y="2798"/>
                    <a:pt x="5208" y="7033"/>
                  </a:cubicBezTo>
                  <a:cubicBezTo>
                    <a:pt x="5208" y="7445"/>
                    <a:pt x="2094" y="7916"/>
                    <a:pt x="60" y="6896"/>
                  </a:cubicBezTo>
                  <a:cubicBezTo>
                    <a:pt x="60" y="6896"/>
                    <a:pt x="0" y="5077"/>
                    <a:pt x="221" y="2088"/>
                  </a:cubicBezTo>
                  <a:cubicBezTo>
                    <a:pt x="257" y="1587"/>
                    <a:pt x="1390" y="1021"/>
                    <a:pt x="1390" y="1021"/>
                  </a:cubicBezTo>
                  <a:cubicBezTo>
                    <a:pt x="1390" y="1021"/>
                    <a:pt x="1277" y="728"/>
                    <a:pt x="1331" y="633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5430686" y="2006930"/>
              <a:ext cx="752406" cy="898116"/>
            </a:xfrm>
            <a:custGeom>
              <a:avLst/>
              <a:gdLst/>
              <a:ahLst/>
              <a:cxnLst/>
              <a:rect l="l" t="t" r="r" b="b"/>
              <a:pathLst>
                <a:path w="10880" h="12987" extrusionOk="0">
                  <a:moveTo>
                    <a:pt x="4253" y="538"/>
                  </a:moveTo>
                  <a:lnTo>
                    <a:pt x="167" y="9521"/>
                  </a:lnTo>
                  <a:cubicBezTo>
                    <a:pt x="0" y="9891"/>
                    <a:pt x="161" y="10326"/>
                    <a:pt x="531" y="10493"/>
                  </a:cubicBezTo>
                  <a:lnTo>
                    <a:pt x="5649" y="12819"/>
                  </a:lnTo>
                  <a:cubicBezTo>
                    <a:pt x="6019" y="12986"/>
                    <a:pt x="6454" y="12825"/>
                    <a:pt x="6621" y="12455"/>
                  </a:cubicBezTo>
                  <a:lnTo>
                    <a:pt x="10707" y="3472"/>
                  </a:lnTo>
                  <a:cubicBezTo>
                    <a:pt x="10880" y="3103"/>
                    <a:pt x="10713" y="2667"/>
                    <a:pt x="10343" y="2494"/>
                  </a:cubicBezTo>
                  <a:lnTo>
                    <a:pt x="5231" y="168"/>
                  </a:lnTo>
                  <a:cubicBezTo>
                    <a:pt x="4861" y="1"/>
                    <a:pt x="4420" y="168"/>
                    <a:pt x="4253" y="5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5512770" y="2039570"/>
              <a:ext cx="394806" cy="746667"/>
            </a:xfrm>
            <a:custGeom>
              <a:avLst/>
              <a:gdLst/>
              <a:ahLst/>
              <a:cxnLst/>
              <a:rect l="l" t="t" r="r" b="b"/>
              <a:pathLst>
                <a:path w="5709" h="10797" extrusionOk="0">
                  <a:moveTo>
                    <a:pt x="5708" y="453"/>
                  </a:moveTo>
                  <a:lnTo>
                    <a:pt x="1026" y="10796"/>
                  </a:lnTo>
                  <a:lnTo>
                    <a:pt x="0" y="10325"/>
                  </a:lnTo>
                  <a:lnTo>
                    <a:pt x="4712" y="0"/>
                  </a:lnTo>
                  <a:close/>
                </a:path>
              </a:pathLst>
            </a:custGeom>
            <a:solidFill>
              <a:srgbClr val="1A0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5644297" y="2647966"/>
              <a:ext cx="115143" cy="143151"/>
            </a:xfrm>
            <a:custGeom>
              <a:avLst/>
              <a:gdLst/>
              <a:ahLst/>
              <a:cxnLst/>
              <a:rect l="l" t="t" r="r" b="b"/>
              <a:pathLst>
                <a:path w="1665" h="2070" extrusionOk="0">
                  <a:moveTo>
                    <a:pt x="1665" y="418"/>
                  </a:moveTo>
                  <a:lnTo>
                    <a:pt x="919" y="2070"/>
                  </a:lnTo>
                  <a:lnTo>
                    <a:pt x="1" y="1646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5EF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5718152" y="2485460"/>
              <a:ext cx="115558" cy="143151"/>
            </a:xfrm>
            <a:custGeom>
              <a:avLst/>
              <a:gdLst/>
              <a:ahLst/>
              <a:cxnLst/>
              <a:rect l="l" t="t" r="r" b="b"/>
              <a:pathLst>
                <a:path w="1671" h="2070" extrusionOk="0">
                  <a:moveTo>
                    <a:pt x="1671" y="418"/>
                  </a:moveTo>
                  <a:lnTo>
                    <a:pt x="919" y="2070"/>
                  </a:lnTo>
                  <a:lnTo>
                    <a:pt x="1" y="1646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F5EF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5792836" y="2321294"/>
              <a:ext cx="115558" cy="142736"/>
            </a:xfrm>
            <a:custGeom>
              <a:avLst/>
              <a:gdLst/>
              <a:ahLst/>
              <a:cxnLst/>
              <a:rect l="l" t="t" r="r" b="b"/>
              <a:pathLst>
                <a:path w="1671" h="2064" extrusionOk="0">
                  <a:moveTo>
                    <a:pt x="1670" y="418"/>
                  </a:moveTo>
                  <a:lnTo>
                    <a:pt x="919" y="2064"/>
                  </a:lnTo>
                  <a:lnTo>
                    <a:pt x="0" y="1646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F5EF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5866622" y="2158718"/>
              <a:ext cx="115558" cy="142805"/>
            </a:xfrm>
            <a:custGeom>
              <a:avLst/>
              <a:gdLst/>
              <a:ahLst/>
              <a:cxnLst/>
              <a:rect l="l" t="t" r="r" b="b"/>
              <a:pathLst>
                <a:path w="1671" h="2065" extrusionOk="0">
                  <a:moveTo>
                    <a:pt x="1671" y="418"/>
                  </a:moveTo>
                  <a:lnTo>
                    <a:pt x="925" y="2065"/>
                  </a:lnTo>
                  <a:lnTo>
                    <a:pt x="1" y="164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rgbClr val="F5EF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5975951" y="2267217"/>
              <a:ext cx="118463" cy="118463"/>
            </a:xfrm>
            <a:custGeom>
              <a:avLst/>
              <a:gdLst/>
              <a:ahLst/>
              <a:cxnLst/>
              <a:rect l="l" t="t" r="r" b="b"/>
              <a:pathLst>
                <a:path w="1713" h="1713" extrusionOk="0">
                  <a:moveTo>
                    <a:pt x="1164" y="174"/>
                  </a:moveTo>
                  <a:cubicBezTo>
                    <a:pt x="1545" y="347"/>
                    <a:pt x="1712" y="788"/>
                    <a:pt x="1539" y="1170"/>
                  </a:cubicBezTo>
                  <a:cubicBezTo>
                    <a:pt x="1366" y="1546"/>
                    <a:pt x="919" y="1713"/>
                    <a:pt x="543" y="1540"/>
                  </a:cubicBezTo>
                  <a:cubicBezTo>
                    <a:pt x="168" y="1367"/>
                    <a:pt x="1" y="925"/>
                    <a:pt x="174" y="543"/>
                  </a:cubicBezTo>
                  <a:cubicBezTo>
                    <a:pt x="341" y="168"/>
                    <a:pt x="788" y="1"/>
                    <a:pt x="1164" y="1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6010596" y="2190943"/>
              <a:ext cx="118463" cy="118463"/>
            </a:xfrm>
            <a:custGeom>
              <a:avLst/>
              <a:gdLst/>
              <a:ahLst/>
              <a:cxnLst/>
              <a:rect l="l" t="t" r="r" b="b"/>
              <a:pathLst>
                <a:path w="1713" h="1713" extrusionOk="0">
                  <a:moveTo>
                    <a:pt x="1170" y="173"/>
                  </a:moveTo>
                  <a:cubicBezTo>
                    <a:pt x="1545" y="340"/>
                    <a:pt x="1712" y="788"/>
                    <a:pt x="1539" y="1163"/>
                  </a:cubicBezTo>
                  <a:cubicBezTo>
                    <a:pt x="1367" y="1545"/>
                    <a:pt x="925" y="1712"/>
                    <a:pt x="543" y="1539"/>
                  </a:cubicBezTo>
                  <a:cubicBezTo>
                    <a:pt x="168" y="1366"/>
                    <a:pt x="1" y="919"/>
                    <a:pt x="174" y="543"/>
                  </a:cubicBezTo>
                  <a:cubicBezTo>
                    <a:pt x="347" y="167"/>
                    <a:pt x="788" y="0"/>
                    <a:pt x="1170" y="1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5738759" y="2002436"/>
              <a:ext cx="82986" cy="57399"/>
            </a:xfrm>
            <a:custGeom>
              <a:avLst/>
              <a:gdLst/>
              <a:ahLst/>
              <a:cxnLst/>
              <a:rect l="l" t="t" r="r" b="b"/>
              <a:pathLst>
                <a:path w="1200" h="830" extrusionOk="0">
                  <a:moveTo>
                    <a:pt x="1" y="334"/>
                  </a:moveTo>
                  <a:cubicBezTo>
                    <a:pt x="1" y="334"/>
                    <a:pt x="215" y="0"/>
                    <a:pt x="728" y="60"/>
                  </a:cubicBezTo>
                  <a:cubicBezTo>
                    <a:pt x="913" y="84"/>
                    <a:pt x="1200" y="376"/>
                    <a:pt x="1176" y="555"/>
                  </a:cubicBezTo>
                  <a:cubicBezTo>
                    <a:pt x="1164" y="621"/>
                    <a:pt x="717" y="233"/>
                    <a:pt x="717" y="233"/>
                  </a:cubicBezTo>
                  <a:cubicBezTo>
                    <a:pt x="717" y="233"/>
                    <a:pt x="991" y="555"/>
                    <a:pt x="967" y="734"/>
                  </a:cubicBezTo>
                  <a:cubicBezTo>
                    <a:pt x="961" y="806"/>
                    <a:pt x="496" y="310"/>
                    <a:pt x="496" y="310"/>
                  </a:cubicBezTo>
                  <a:cubicBezTo>
                    <a:pt x="496" y="310"/>
                    <a:pt x="836" y="752"/>
                    <a:pt x="776" y="776"/>
                  </a:cubicBezTo>
                  <a:cubicBezTo>
                    <a:pt x="657" y="829"/>
                    <a:pt x="377" y="483"/>
                    <a:pt x="1" y="334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5292036" y="2311336"/>
              <a:ext cx="441071" cy="312373"/>
            </a:xfrm>
            <a:custGeom>
              <a:avLst/>
              <a:gdLst/>
              <a:ahLst/>
              <a:cxnLst/>
              <a:rect l="l" t="t" r="r" b="b"/>
              <a:pathLst>
                <a:path w="6378" h="4517" extrusionOk="0">
                  <a:moveTo>
                    <a:pt x="1391" y="1"/>
                  </a:moveTo>
                  <a:cubicBezTo>
                    <a:pt x="1391" y="1"/>
                    <a:pt x="1957" y="2250"/>
                    <a:pt x="2369" y="2763"/>
                  </a:cubicBezTo>
                  <a:cubicBezTo>
                    <a:pt x="2780" y="3276"/>
                    <a:pt x="5214" y="3359"/>
                    <a:pt x="5793" y="3675"/>
                  </a:cubicBezTo>
                  <a:cubicBezTo>
                    <a:pt x="6377" y="3991"/>
                    <a:pt x="5620" y="4385"/>
                    <a:pt x="5369" y="4403"/>
                  </a:cubicBezTo>
                  <a:cubicBezTo>
                    <a:pt x="5113" y="4415"/>
                    <a:pt x="2673" y="4516"/>
                    <a:pt x="1528" y="3896"/>
                  </a:cubicBezTo>
                  <a:cubicBezTo>
                    <a:pt x="383" y="3276"/>
                    <a:pt x="1" y="1063"/>
                    <a:pt x="43" y="830"/>
                  </a:cubicBezTo>
                  <a:cubicBezTo>
                    <a:pt x="90" y="597"/>
                    <a:pt x="1391" y="1"/>
                    <a:pt x="1391" y="1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5235954" y="2217705"/>
              <a:ext cx="221158" cy="306564"/>
            </a:xfrm>
            <a:custGeom>
              <a:avLst/>
              <a:gdLst/>
              <a:ahLst/>
              <a:cxnLst/>
              <a:rect l="l" t="t" r="r" b="b"/>
              <a:pathLst>
                <a:path w="3198" h="4433" extrusionOk="0">
                  <a:moveTo>
                    <a:pt x="2070" y="1"/>
                  </a:moveTo>
                  <a:cubicBezTo>
                    <a:pt x="2070" y="1"/>
                    <a:pt x="2560" y="2136"/>
                    <a:pt x="2959" y="3192"/>
                  </a:cubicBezTo>
                  <a:cubicBezTo>
                    <a:pt x="3198" y="3812"/>
                    <a:pt x="1283" y="4433"/>
                    <a:pt x="973" y="4254"/>
                  </a:cubicBezTo>
                  <a:cubicBezTo>
                    <a:pt x="657" y="4069"/>
                    <a:pt x="180" y="2619"/>
                    <a:pt x="138" y="1880"/>
                  </a:cubicBezTo>
                  <a:cubicBezTo>
                    <a:pt x="96" y="1212"/>
                    <a:pt x="1" y="627"/>
                    <a:pt x="2070" y="1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5655846" y="2553505"/>
              <a:ext cx="116388" cy="73443"/>
            </a:xfrm>
            <a:custGeom>
              <a:avLst/>
              <a:gdLst/>
              <a:ahLst/>
              <a:cxnLst/>
              <a:rect l="l" t="t" r="r" b="b"/>
              <a:pathLst>
                <a:path w="1683" h="1062" extrusionOk="0">
                  <a:moveTo>
                    <a:pt x="162" y="0"/>
                  </a:moveTo>
                  <a:cubicBezTo>
                    <a:pt x="162" y="0"/>
                    <a:pt x="1" y="871"/>
                    <a:pt x="25" y="925"/>
                  </a:cubicBezTo>
                  <a:cubicBezTo>
                    <a:pt x="43" y="973"/>
                    <a:pt x="621" y="782"/>
                    <a:pt x="943" y="889"/>
                  </a:cubicBezTo>
                  <a:cubicBezTo>
                    <a:pt x="1271" y="990"/>
                    <a:pt x="1468" y="1062"/>
                    <a:pt x="1474" y="1020"/>
                  </a:cubicBezTo>
                  <a:cubicBezTo>
                    <a:pt x="1486" y="853"/>
                    <a:pt x="1027" y="668"/>
                    <a:pt x="1027" y="668"/>
                  </a:cubicBezTo>
                  <a:cubicBezTo>
                    <a:pt x="1027" y="668"/>
                    <a:pt x="1611" y="853"/>
                    <a:pt x="1641" y="800"/>
                  </a:cubicBezTo>
                  <a:cubicBezTo>
                    <a:pt x="1683" y="704"/>
                    <a:pt x="1063" y="460"/>
                    <a:pt x="1045" y="460"/>
                  </a:cubicBezTo>
                  <a:cubicBezTo>
                    <a:pt x="1021" y="454"/>
                    <a:pt x="1576" y="525"/>
                    <a:pt x="1599" y="483"/>
                  </a:cubicBezTo>
                  <a:cubicBezTo>
                    <a:pt x="1629" y="436"/>
                    <a:pt x="1152" y="209"/>
                    <a:pt x="919" y="143"/>
                  </a:cubicBezTo>
                  <a:cubicBezTo>
                    <a:pt x="681" y="72"/>
                    <a:pt x="210" y="12"/>
                    <a:pt x="162" y="0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5689661" y="2551016"/>
              <a:ext cx="53319" cy="18188"/>
            </a:xfrm>
            <a:custGeom>
              <a:avLst/>
              <a:gdLst/>
              <a:ahLst/>
              <a:cxnLst/>
              <a:rect l="l" t="t" r="r" b="b"/>
              <a:pathLst>
                <a:path w="771" h="263" extrusionOk="0">
                  <a:moveTo>
                    <a:pt x="365" y="227"/>
                  </a:moveTo>
                  <a:cubicBezTo>
                    <a:pt x="365" y="227"/>
                    <a:pt x="639" y="132"/>
                    <a:pt x="705" y="66"/>
                  </a:cubicBezTo>
                  <a:cubicBezTo>
                    <a:pt x="770" y="0"/>
                    <a:pt x="222" y="102"/>
                    <a:pt x="108" y="108"/>
                  </a:cubicBezTo>
                  <a:cubicBezTo>
                    <a:pt x="1" y="114"/>
                    <a:pt x="275" y="263"/>
                    <a:pt x="365" y="227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5405515" y="2083274"/>
              <a:ext cx="9958" cy="39626"/>
            </a:xfrm>
            <a:custGeom>
              <a:avLst/>
              <a:gdLst/>
              <a:ahLst/>
              <a:cxnLst/>
              <a:rect l="l" t="t" r="r" b="b"/>
              <a:pathLst>
                <a:path w="144" h="573" extrusionOk="0">
                  <a:moveTo>
                    <a:pt x="12" y="120"/>
                  </a:moveTo>
                  <a:cubicBezTo>
                    <a:pt x="12" y="120"/>
                    <a:pt x="6" y="144"/>
                    <a:pt x="6" y="185"/>
                  </a:cubicBezTo>
                  <a:cubicBezTo>
                    <a:pt x="6" y="305"/>
                    <a:pt x="0" y="573"/>
                    <a:pt x="36" y="567"/>
                  </a:cubicBezTo>
                  <a:cubicBezTo>
                    <a:pt x="84" y="555"/>
                    <a:pt x="96" y="549"/>
                    <a:pt x="119" y="519"/>
                  </a:cubicBezTo>
                  <a:cubicBezTo>
                    <a:pt x="143" y="495"/>
                    <a:pt x="137" y="0"/>
                    <a:pt x="137" y="0"/>
                  </a:cubicBezTo>
                  <a:cubicBezTo>
                    <a:pt x="137" y="0"/>
                    <a:pt x="12" y="60"/>
                    <a:pt x="12" y="120"/>
                  </a:cubicBezTo>
                  <a:close/>
                </a:path>
              </a:pathLst>
            </a:custGeom>
            <a:solidFill>
              <a:srgbClr val="453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5298675" y="2054783"/>
              <a:ext cx="158849" cy="70607"/>
            </a:xfrm>
            <a:custGeom>
              <a:avLst/>
              <a:gdLst/>
              <a:ahLst/>
              <a:cxnLst/>
              <a:rect l="l" t="t" r="r" b="b"/>
              <a:pathLst>
                <a:path w="2297" h="1021" extrusionOk="0">
                  <a:moveTo>
                    <a:pt x="2166" y="31"/>
                  </a:moveTo>
                  <a:cubicBezTo>
                    <a:pt x="2166" y="31"/>
                    <a:pt x="155" y="221"/>
                    <a:pt x="78" y="418"/>
                  </a:cubicBezTo>
                  <a:cubicBezTo>
                    <a:pt x="0" y="615"/>
                    <a:pt x="310" y="1003"/>
                    <a:pt x="483" y="967"/>
                  </a:cubicBezTo>
                  <a:cubicBezTo>
                    <a:pt x="656" y="931"/>
                    <a:pt x="650" y="752"/>
                    <a:pt x="794" y="729"/>
                  </a:cubicBezTo>
                  <a:cubicBezTo>
                    <a:pt x="937" y="705"/>
                    <a:pt x="949" y="1021"/>
                    <a:pt x="1342" y="782"/>
                  </a:cubicBezTo>
                  <a:cubicBezTo>
                    <a:pt x="1730" y="544"/>
                    <a:pt x="2160" y="418"/>
                    <a:pt x="2225" y="335"/>
                  </a:cubicBezTo>
                  <a:cubicBezTo>
                    <a:pt x="2291" y="251"/>
                    <a:pt x="2297" y="1"/>
                    <a:pt x="2166" y="31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5681847" y="3447705"/>
              <a:ext cx="125447" cy="164658"/>
            </a:xfrm>
            <a:custGeom>
              <a:avLst/>
              <a:gdLst/>
              <a:ahLst/>
              <a:cxnLst/>
              <a:rect l="l" t="t" r="r" b="b"/>
              <a:pathLst>
                <a:path w="1814" h="2381" extrusionOk="0">
                  <a:moveTo>
                    <a:pt x="209" y="1564"/>
                  </a:moveTo>
                  <a:cubicBezTo>
                    <a:pt x="209" y="1564"/>
                    <a:pt x="484" y="579"/>
                    <a:pt x="812" y="287"/>
                  </a:cubicBezTo>
                  <a:cubicBezTo>
                    <a:pt x="1134" y="1"/>
                    <a:pt x="1814" y="1594"/>
                    <a:pt x="1808" y="1987"/>
                  </a:cubicBezTo>
                  <a:cubicBezTo>
                    <a:pt x="1802" y="2381"/>
                    <a:pt x="1" y="2178"/>
                    <a:pt x="209" y="1564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6235410" y="4670721"/>
              <a:ext cx="120952" cy="129182"/>
            </a:xfrm>
            <a:custGeom>
              <a:avLst/>
              <a:gdLst/>
              <a:ahLst/>
              <a:cxnLst/>
              <a:rect l="l" t="t" r="r" b="b"/>
              <a:pathLst>
                <a:path w="1749" h="1868" extrusionOk="0">
                  <a:moveTo>
                    <a:pt x="1014" y="1"/>
                  </a:moveTo>
                  <a:cubicBezTo>
                    <a:pt x="1014" y="1"/>
                    <a:pt x="460" y="454"/>
                    <a:pt x="543" y="585"/>
                  </a:cubicBezTo>
                  <a:cubicBezTo>
                    <a:pt x="627" y="710"/>
                    <a:pt x="704" y="824"/>
                    <a:pt x="662" y="1062"/>
                  </a:cubicBezTo>
                  <a:cubicBezTo>
                    <a:pt x="621" y="1295"/>
                    <a:pt x="0" y="1868"/>
                    <a:pt x="442" y="1790"/>
                  </a:cubicBezTo>
                  <a:cubicBezTo>
                    <a:pt x="883" y="1712"/>
                    <a:pt x="1545" y="806"/>
                    <a:pt x="1647" y="704"/>
                  </a:cubicBezTo>
                  <a:cubicBezTo>
                    <a:pt x="1748" y="597"/>
                    <a:pt x="1062" y="42"/>
                    <a:pt x="1014" y="1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6236655" y="4637735"/>
              <a:ext cx="83401" cy="73512"/>
            </a:xfrm>
            <a:custGeom>
              <a:avLst/>
              <a:gdLst/>
              <a:ahLst/>
              <a:cxnLst/>
              <a:rect l="l" t="t" r="r" b="b"/>
              <a:pathLst>
                <a:path w="1206" h="1063" extrusionOk="0">
                  <a:moveTo>
                    <a:pt x="525" y="1062"/>
                  </a:moveTo>
                  <a:cubicBezTo>
                    <a:pt x="525" y="1062"/>
                    <a:pt x="1205" y="829"/>
                    <a:pt x="1140" y="603"/>
                  </a:cubicBezTo>
                  <a:lnTo>
                    <a:pt x="740" y="0"/>
                  </a:lnTo>
                  <a:cubicBezTo>
                    <a:pt x="627" y="72"/>
                    <a:pt x="0" y="388"/>
                    <a:pt x="36" y="603"/>
                  </a:cubicBezTo>
                  <a:cubicBezTo>
                    <a:pt x="42" y="651"/>
                    <a:pt x="525" y="1062"/>
                    <a:pt x="525" y="1062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5760196" y="3160241"/>
              <a:ext cx="151864" cy="225722"/>
            </a:xfrm>
            <a:custGeom>
              <a:avLst/>
              <a:gdLst/>
              <a:ahLst/>
              <a:cxnLst/>
              <a:rect l="l" t="t" r="r" b="b"/>
              <a:pathLst>
                <a:path w="2196" h="3264" extrusionOk="0">
                  <a:moveTo>
                    <a:pt x="1576" y="961"/>
                  </a:moveTo>
                  <a:cubicBezTo>
                    <a:pt x="1576" y="961"/>
                    <a:pt x="168" y="0"/>
                    <a:pt x="49" y="1086"/>
                  </a:cubicBezTo>
                  <a:cubicBezTo>
                    <a:pt x="1" y="1521"/>
                    <a:pt x="347" y="3263"/>
                    <a:pt x="914" y="3025"/>
                  </a:cubicBezTo>
                  <a:cubicBezTo>
                    <a:pt x="2196" y="2488"/>
                    <a:pt x="1576" y="961"/>
                    <a:pt x="1576" y="961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5717322" y="3161071"/>
              <a:ext cx="229802" cy="179111"/>
            </a:xfrm>
            <a:custGeom>
              <a:avLst/>
              <a:gdLst/>
              <a:ahLst/>
              <a:cxnLst/>
              <a:rect l="l" t="t" r="r" b="b"/>
              <a:pathLst>
                <a:path w="3323" h="2590" extrusionOk="0">
                  <a:moveTo>
                    <a:pt x="2058" y="901"/>
                  </a:moveTo>
                  <a:cubicBezTo>
                    <a:pt x="2058" y="901"/>
                    <a:pt x="2070" y="281"/>
                    <a:pt x="1510" y="418"/>
                  </a:cubicBezTo>
                  <a:cubicBezTo>
                    <a:pt x="1194" y="495"/>
                    <a:pt x="1062" y="0"/>
                    <a:pt x="854" y="18"/>
                  </a:cubicBezTo>
                  <a:cubicBezTo>
                    <a:pt x="645" y="36"/>
                    <a:pt x="1" y="1086"/>
                    <a:pt x="669" y="1169"/>
                  </a:cubicBezTo>
                  <a:cubicBezTo>
                    <a:pt x="1331" y="1253"/>
                    <a:pt x="1778" y="883"/>
                    <a:pt x="1844" y="1086"/>
                  </a:cubicBezTo>
                  <a:cubicBezTo>
                    <a:pt x="1915" y="1289"/>
                    <a:pt x="1820" y="1700"/>
                    <a:pt x="2058" y="1927"/>
                  </a:cubicBezTo>
                  <a:cubicBezTo>
                    <a:pt x="2297" y="2154"/>
                    <a:pt x="2052" y="2589"/>
                    <a:pt x="2220" y="2476"/>
                  </a:cubicBezTo>
                  <a:cubicBezTo>
                    <a:pt x="2387" y="2362"/>
                    <a:pt x="3323" y="1152"/>
                    <a:pt x="2058" y="901"/>
                  </a:cubicBezTo>
                  <a:close/>
                </a:path>
              </a:pathLst>
            </a:custGeom>
            <a:solidFill>
              <a:srgbClr val="453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5857563" y="3271576"/>
              <a:ext cx="26901" cy="45089"/>
            </a:xfrm>
            <a:custGeom>
              <a:avLst/>
              <a:gdLst/>
              <a:ahLst/>
              <a:cxnLst/>
              <a:rect l="l" t="t" r="r" b="b"/>
              <a:pathLst>
                <a:path w="389" h="652" extrusionOk="0">
                  <a:moveTo>
                    <a:pt x="19" y="341"/>
                  </a:moveTo>
                  <a:cubicBezTo>
                    <a:pt x="19" y="341"/>
                    <a:pt x="42" y="1"/>
                    <a:pt x="215" y="102"/>
                  </a:cubicBezTo>
                  <a:cubicBezTo>
                    <a:pt x="388" y="204"/>
                    <a:pt x="311" y="377"/>
                    <a:pt x="203" y="514"/>
                  </a:cubicBezTo>
                  <a:cubicBezTo>
                    <a:pt x="96" y="651"/>
                    <a:pt x="1" y="430"/>
                    <a:pt x="19" y="341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718567" y="3314104"/>
              <a:ext cx="332151" cy="221573"/>
            </a:xfrm>
            <a:custGeom>
              <a:avLst/>
              <a:gdLst/>
              <a:ahLst/>
              <a:cxnLst/>
              <a:rect l="l" t="t" r="r" b="b"/>
              <a:pathLst>
                <a:path w="4803" h="3204" extrusionOk="0">
                  <a:moveTo>
                    <a:pt x="2023" y="0"/>
                  </a:moveTo>
                  <a:cubicBezTo>
                    <a:pt x="2023" y="0"/>
                    <a:pt x="2309" y="1223"/>
                    <a:pt x="2506" y="1438"/>
                  </a:cubicBezTo>
                  <a:cubicBezTo>
                    <a:pt x="2709" y="1653"/>
                    <a:pt x="4307" y="1140"/>
                    <a:pt x="4558" y="1229"/>
                  </a:cubicBezTo>
                  <a:cubicBezTo>
                    <a:pt x="4802" y="1313"/>
                    <a:pt x="2852" y="2822"/>
                    <a:pt x="2267" y="3013"/>
                  </a:cubicBezTo>
                  <a:cubicBezTo>
                    <a:pt x="1683" y="3203"/>
                    <a:pt x="245" y="2941"/>
                    <a:pt x="120" y="2887"/>
                  </a:cubicBezTo>
                  <a:cubicBezTo>
                    <a:pt x="0" y="2834"/>
                    <a:pt x="1760" y="1617"/>
                    <a:pt x="1766" y="1480"/>
                  </a:cubicBezTo>
                  <a:cubicBezTo>
                    <a:pt x="1778" y="1342"/>
                    <a:pt x="1343" y="287"/>
                    <a:pt x="1343" y="287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5711167" y="3325652"/>
              <a:ext cx="445981" cy="683182"/>
            </a:xfrm>
            <a:custGeom>
              <a:avLst/>
              <a:gdLst/>
              <a:ahLst/>
              <a:cxnLst/>
              <a:rect l="l" t="t" r="r" b="b"/>
              <a:pathLst>
                <a:path w="6449" h="9879" extrusionOk="0">
                  <a:moveTo>
                    <a:pt x="1873" y="1313"/>
                  </a:moveTo>
                  <a:cubicBezTo>
                    <a:pt x="1873" y="1313"/>
                    <a:pt x="3382" y="0"/>
                    <a:pt x="4665" y="1062"/>
                  </a:cubicBezTo>
                  <a:cubicBezTo>
                    <a:pt x="5947" y="2118"/>
                    <a:pt x="6448" y="8912"/>
                    <a:pt x="5893" y="8661"/>
                  </a:cubicBezTo>
                  <a:cubicBezTo>
                    <a:pt x="5339" y="8411"/>
                    <a:pt x="1509" y="9878"/>
                    <a:pt x="758" y="9407"/>
                  </a:cubicBezTo>
                  <a:cubicBezTo>
                    <a:pt x="0" y="8936"/>
                    <a:pt x="459" y="3788"/>
                    <a:pt x="227" y="2720"/>
                  </a:cubicBezTo>
                  <a:cubicBezTo>
                    <a:pt x="0" y="1653"/>
                    <a:pt x="1873" y="1313"/>
                    <a:pt x="1873" y="1313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5898432" y="3877551"/>
              <a:ext cx="435607" cy="852266"/>
            </a:xfrm>
            <a:custGeom>
              <a:avLst/>
              <a:gdLst/>
              <a:ahLst/>
              <a:cxnLst/>
              <a:rect l="l" t="t" r="r" b="b"/>
              <a:pathLst>
                <a:path w="6299" h="12324" extrusionOk="0">
                  <a:moveTo>
                    <a:pt x="0" y="185"/>
                  </a:moveTo>
                  <a:cubicBezTo>
                    <a:pt x="0" y="185"/>
                    <a:pt x="0" y="5040"/>
                    <a:pt x="453" y="6925"/>
                  </a:cubicBezTo>
                  <a:cubicBezTo>
                    <a:pt x="913" y="8804"/>
                    <a:pt x="4253" y="11793"/>
                    <a:pt x="4498" y="12109"/>
                  </a:cubicBezTo>
                  <a:cubicBezTo>
                    <a:pt x="4665" y="12324"/>
                    <a:pt x="6299" y="10725"/>
                    <a:pt x="6299" y="10725"/>
                  </a:cubicBezTo>
                  <a:cubicBezTo>
                    <a:pt x="6299" y="10725"/>
                    <a:pt x="3507" y="6985"/>
                    <a:pt x="3621" y="6156"/>
                  </a:cubicBezTo>
                  <a:cubicBezTo>
                    <a:pt x="3728" y="5321"/>
                    <a:pt x="3686" y="1157"/>
                    <a:pt x="3287" y="579"/>
                  </a:cubicBezTo>
                  <a:cubicBezTo>
                    <a:pt x="2893" y="0"/>
                    <a:pt x="0" y="185"/>
                    <a:pt x="0" y="185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5812199" y="3368941"/>
              <a:ext cx="92460" cy="82571"/>
            </a:xfrm>
            <a:custGeom>
              <a:avLst/>
              <a:gdLst/>
              <a:ahLst/>
              <a:cxnLst/>
              <a:rect l="l" t="t" r="r" b="b"/>
              <a:pathLst>
                <a:path w="1337" h="1194" extrusionOk="0">
                  <a:moveTo>
                    <a:pt x="1337" y="699"/>
                  </a:moveTo>
                  <a:cubicBezTo>
                    <a:pt x="1337" y="699"/>
                    <a:pt x="1098" y="60"/>
                    <a:pt x="991" y="30"/>
                  </a:cubicBezTo>
                  <a:cubicBezTo>
                    <a:pt x="883" y="1"/>
                    <a:pt x="48" y="233"/>
                    <a:pt x="24" y="364"/>
                  </a:cubicBezTo>
                  <a:cubicBezTo>
                    <a:pt x="1" y="496"/>
                    <a:pt x="132" y="1194"/>
                    <a:pt x="132" y="1194"/>
                  </a:cubicBezTo>
                  <a:cubicBezTo>
                    <a:pt x="132" y="1194"/>
                    <a:pt x="1283" y="1062"/>
                    <a:pt x="1337" y="699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5776309" y="3281948"/>
              <a:ext cx="99099" cy="101105"/>
            </a:xfrm>
            <a:custGeom>
              <a:avLst/>
              <a:gdLst/>
              <a:ahLst/>
              <a:cxnLst/>
              <a:rect l="l" t="t" r="r" b="b"/>
              <a:pathLst>
                <a:path w="1433" h="1462" extrusionOk="0">
                  <a:moveTo>
                    <a:pt x="90" y="746"/>
                  </a:moveTo>
                  <a:cubicBezTo>
                    <a:pt x="90" y="746"/>
                    <a:pt x="221" y="435"/>
                    <a:pt x="436" y="465"/>
                  </a:cubicBezTo>
                  <a:cubicBezTo>
                    <a:pt x="651" y="495"/>
                    <a:pt x="746" y="770"/>
                    <a:pt x="1003" y="746"/>
                  </a:cubicBezTo>
                  <a:cubicBezTo>
                    <a:pt x="1253" y="722"/>
                    <a:pt x="1050" y="72"/>
                    <a:pt x="1110" y="48"/>
                  </a:cubicBezTo>
                  <a:cubicBezTo>
                    <a:pt x="1176" y="24"/>
                    <a:pt x="1241" y="0"/>
                    <a:pt x="1241" y="0"/>
                  </a:cubicBezTo>
                  <a:cubicBezTo>
                    <a:pt x="1241" y="0"/>
                    <a:pt x="1432" y="644"/>
                    <a:pt x="1289" y="865"/>
                  </a:cubicBezTo>
                  <a:cubicBezTo>
                    <a:pt x="1205" y="996"/>
                    <a:pt x="663" y="1396"/>
                    <a:pt x="490" y="1432"/>
                  </a:cubicBezTo>
                  <a:cubicBezTo>
                    <a:pt x="317" y="1461"/>
                    <a:pt x="1" y="895"/>
                    <a:pt x="90" y="746"/>
                  </a:cubicBezTo>
                  <a:close/>
                </a:path>
              </a:pathLst>
            </a:custGeom>
            <a:solidFill>
              <a:srgbClr val="453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29643" y="4709515"/>
              <a:ext cx="144880" cy="76762"/>
            </a:xfrm>
            <a:custGeom>
              <a:avLst/>
              <a:gdLst/>
              <a:ahLst/>
              <a:cxnLst/>
              <a:rect l="l" t="t" r="r" b="b"/>
              <a:pathLst>
                <a:path w="2095" h="1110" extrusionOk="0">
                  <a:moveTo>
                    <a:pt x="2094" y="149"/>
                  </a:moveTo>
                  <a:cubicBezTo>
                    <a:pt x="2094" y="149"/>
                    <a:pt x="1396" y="0"/>
                    <a:pt x="1343" y="143"/>
                  </a:cubicBezTo>
                  <a:cubicBezTo>
                    <a:pt x="1289" y="287"/>
                    <a:pt x="1253" y="418"/>
                    <a:pt x="1038" y="531"/>
                  </a:cubicBezTo>
                  <a:cubicBezTo>
                    <a:pt x="830" y="638"/>
                    <a:pt x="1" y="507"/>
                    <a:pt x="329" y="805"/>
                  </a:cubicBezTo>
                  <a:cubicBezTo>
                    <a:pt x="663" y="1110"/>
                    <a:pt x="1790" y="1068"/>
                    <a:pt x="1933" y="1086"/>
                  </a:cubicBezTo>
                  <a:cubicBezTo>
                    <a:pt x="2076" y="1098"/>
                    <a:pt x="2088" y="215"/>
                    <a:pt x="2094" y="149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5622445" y="4662077"/>
              <a:ext cx="66873" cy="71437"/>
            </a:xfrm>
            <a:custGeom>
              <a:avLst/>
              <a:gdLst/>
              <a:ahLst/>
              <a:cxnLst/>
              <a:rect l="l" t="t" r="r" b="b"/>
              <a:pathLst>
                <a:path w="967" h="1033" extrusionOk="0">
                  <a:moveTo>
                    <a:pt x="1" y="829"/>
                  </a:moveTo>
                  <a:cubicBezTo>
                    <a:pt x="1" y="829"/>
                    <a:pt x="305" y="996"/>
                    <a:pt x="740" y="1032"/>
                  </a:cubicBezTo>
                  <a:lnTo>
                    <a:pt x="967" y="340"/>
                  </a:lnTo>
                  <a:cubicBezTo>
                    <a:pt x="836" y="299"/>
                    <a:pt x="203" y="0"/>
                    <a:pt x="60" y="161"/>
                  </a:cubicBezTo>
                  <a:cubicBezTo>
                    <a:pt x="25" y="197"/>
                    <a:pt x="1" y="829"/>
                    <a:pt x="1" y="829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5562629" y="3851550"/>
              <a:ext cx="516934" cy="851851"/>
            </a:xfrm>
            <a:custGeom>
              <a:avLst/>
              <a:gdLst/>
              <a:ahLst/>
              <a:cxnLst/>
              <a:rect l="l" t="t" r="r" b="b"/>
              <a:pathLst>
                <a:path w="7475" h="12318" extrusionOk="0">
                  <a:moveTo>
                    <a:pt x="5286" y="0"/>
                  </a:moveTo>
                  <a:cubicBezTo>
                    <a:pt x="5286" y="0"/>
                    <a:pt x="2059" y="3472"/>
                    <a:pt x="1063" y="5136"/>
                  </a:cubicBezTo>
                  <a:cubicBezTo>
                    <a:pt x="66" y="6800"/>
                    <a:pt x="108" y="11459"/>
                    <a:pt x="43" y="11835"/>
                  </a:cubicBezTo>
                  <a:cubicBezTo>
                    <a:pt x="1" y="12097"/>
                    <a:pt x="2906" y="12318"/>
                    <a:pt x="2906" y="12318"/>
                  </a:cubicBezTo>
                  <a:cubicBezTo>
                    <a:pt x="2906" y="12318"/>
                    <a:pt x="4122" y="6848"/>
                    <a:pt x="4600" y="6162"/>
                  </a:cubicBezTo>
                  <a:cubicBezTo>
                    <a:pt x="5166" y="5357"/>
                    <a:pt x="7230" y="3275"/>
                    <a:pt x="7349" y="2583"/>
                  </a:cubicBezTo>
                  <a:cubicBezTo>
                    <a:pt x="7475" y="1897"/>
                    <a:pt x="5286" y="0"/>
                    <a:pt x="5286" y="0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5438086" y="3633792"/>
              <a:ext cx="1193823" cy="123787"/>
            </a:xfrm>
            <a:custGeom>
              <a:avLst/>
              <a:gdLst/>
              <a:ahLst/>
              <a:cxnLst/>
              <a:rect l="l" t="t" r="r" b="b"/>
              <a:pathLst>
                <a:path w="17263" h="1790" extrusionOk="0">
                  <a:moveTo>
                    <a:pt x="0" y="1789"/>
                  </a:moveTo>
                  <a:lnTo>
                    <a:pt x="17263" y="1789"/>
                  </a:lnTo>
                  <a:lnTo>
                    <a:pt x="172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82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5422803" y="3552884"/>
              <a:ext cx="396881" cy="161408"/>
            </a:xfrm>
            <a:custGeom>
              <a:avLst/>
              <a:gdLst/>
              <a:ahLst/>
              <a:cxnLst/>
              <a:rect l="l" t="t" r="r" b="b"/>
              <a:pathLst>
                <a:path w="5739" h="2334" extrusionOk="0">
                  <a:moveTo>
                    <a:pt x="4731" y="1"/>
                  </a:moveTo>
                  <a:lnTo>
                    <a:pt x="514" y="1"/>
                  </a:lnTo>
                  <a:cubicBezTo>
                    <a:pt x="227" y="1"/>
                    <a:pt x="1" y="234"/>
                    <a:pt x="1" y="520"/>
                  </a:cubicBezTo>
                  <a:lnTo>
                    <a:pt x="1" y="1820"/>
                  </a:lnTo>
                  <a:cubicBezTo>
                    <a:pt x="1" y="2101"/>
                    <a:pt x="227" y="2333"/>
                    <a:pt x="514" y="2333"/>
                  </a:cubicBezTo>
                  <a:lnTo>
                    <a:pt x="5136" y="2333"/>
                  </a:lnTo>
                  <a:cubicBezTo>
                    <a:pt x="5488" y="2333"/>
                    <a:pt x="5739" y="1993"/>
                    <a:pt x="5632" y="1665"/>
                  </a:cubicBezTo>
                  <a:lnTo>
                    <a:pt x="5226" y="365"/>
                  </a:lnTo>
                  <a:cubicBezTo>
                    <a:pt x="5154" y="150"/>
                    <a:pt x="4957" y="1"/>
                    <a:pt x="47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462427" y="3612286"/>
              <a:ext cx="1145138" cy="709185"/>
            </a:xfrm>
            <a:custGeom>
              <a:avLst/>
              <a:gdLst/>
              <a:ahLst/>
              <a:cxnLst/>
              <a:rect l="l" t="t" r="r" b="b"/>
              <a:pathLst>
                <a:path w="16559" h="10255" extrusionOk="0">
                  <a:moveTo>
                    <a:pt x="16559" y="1"/>
                  </a:moveTo>
                  <a:lnTo>
                    <a:pt x="0" y="1"/>
                  </a:lnTo>
                  <a:lnTo>
                    <a:pt x="0" y="10254"/>
                  </a:lnTo>
                  <a:lnTo>
                    <a:pt x="16559" y="102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5367965" y="3663043"/>
              <a:ext cx="1334484" cy="716999"/>
            </a:xfrm>
            <a:custGeom>
              <a:avLst/>
              <a:gdLst/>
              <a:ahLst/>
              <a:cxnLst/>
              <a:rect l="l" t="t" r="r" b="b"/>
              <a:pathLst>
                <a:path w="19297" h="10368" extrusionOk="0">
                  <a:moveTo>
                    <a:pt x="9645" y="1"/>
                  </a:moveTo>
                  <a:lnTo>
                    <a:pt x="460" y="1"/>
                  </a:lnTo>
                  <a:cubicBezTo>
                    <a:pt x="197" y="1"/>
                    <a:pt x="0" y="227"/>
                    <a:pt x="30" y="484"/>
                  </a:cubicBezTo>
                  <a:lnTo>
                    <a:pt x="1223" y="9986"/>
                  </a:lnTo>
                  <a:cubicBezTo>
                    <a:pt x="1253" y="10200"/>
                    <a:pt x="1432" y="10367"/>
                    <a:pt x="1653" y="10367"/>
                  </a:cubicBezTo>
                  <a:lnTo>
                    <a:pt x="9645" y="10367"/>
                  </a:lnTo>
                  <a:lnTo>
                    <a:pt x="17644" y="10367"/>
                  </a:lnTo>
                  <a:cubicBezTo>
                    <a:pt x="17859" y="10367"/>
                    <a:pt x="18044" y="10200"/>
                    <a:pt x="18068" y="9986"/>
                  </a:cubicBezTo>
                  <a:lnTo>
                    <a:pt x="19261" y="484"/>
                  </a:lnTo>
                  <a:cubicBezTo>
                    <a:pt x="19297" y="227"/>
                    <a:pt x="19094" y="1"/>
                    <a:pt x="188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5995729" y="3399091"/>
              <a:ext cx="328832" cy="583737"/>
            </a:xfrm>
            <a:custGeom>
              <a:avLst/>
              <a:gdLst/>
              <a:ahLst/>
              <a:cxnLst/>
              <a:rect l="l" t="t" r="r" b="b"/>
              <a:pathLst>
                <a:path w="4755" h="8441" extrusionOk="0">
                  <a:moveTo>
                    <a:pt x="1" y="0"/>
                  </a:moveTo>
                  <a:cubicBezTo>
                    <a:pt x="1" y="0"/>
                    <a:pt x="3854" y="1288"/>
                    <a:pt x="4301" y="2702"/>
                  </a:cubicBezTo>
                  <a:cubicBezTo>
                    <a:pt x="4755" y="4116"/>
                    <a:pt x="2208" y="7808"/>
                    <a:pt x="2005" y="8148"/>
                  </a:cubicBezTo>
                  <a:cubicBezTo>
                    <a:pt x="1826" y="8440"/>
                    <a:pt x="2094" y="7456"/>
                    <a:pt x="2094" y="7456"/>
                  </a:cubicBezTo>
                  <a:cubicBezTo>
                    <a:pt x="2094" y="7456"/>
                    <a:pt x="1987" y="7653"/>
                    <a:pt x="1862" y="7736"/>
                  </a:cubicBezTo>
                  <a:cubicBezTo>
                    <a:pt x="1731" y="7820"/>
                    <a:pt x="1826" y="7355"/>
                    <a:pt x="1826" y="7355"/>
                  </a:cubicBezTo>
                  <a:cubicBezTo>
                    <a:pt x="1826" y="7355"/>
                    <a:pt x="1772" y="7569"/>
                    <a:pt x="1587" y="7659"/>
                  </a:cubicBezTo>
                  <a:cubicBezTo>
                    <a:pt x="1492" y="7707"/>
                    <a:pt x="1635" y="7241"/>
                    <a:pt x="1635" y="7241"/>
                  </a:cubicBezTo>
                  <a:cubicBezTo>
                    <a:pt x="1635" y="7241"/>
                    <a:pt x="1122" y="7241"/>
                    <a:pt x="1236" y="7158"/>
                  </a:cubicBezTo>
                  <a:cubicBezTo>
                    <a:pt x="1343" y="7074"/>
                    <a:pt x="1605" y="7044"/>
                    <a:pt x="1862" y="6693"/>
                  </a:cubicBezTo>
                  <a:cubicBezTo>
                    <a:pt x="2118" y="6335"/>
                    <a:pt x="2846" y="3668"/>
                    <a:pt x="2524" y="3394"/>
                  </a:cubicBezTo>
                  <a:cubicBezTo>
                    <a:pt x="2202" y="3114"/>
                    <a:pt x="514" y="2052"/>
                    <a:pt x="287" y="1945"/>
                  </a:cubicBezTo>
                  <a:cubicBezTo>
                    <a:pt x="60" y="18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667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5559378" y="3521559"/>
              <a:ext cx="124202" cy="68118"/>
            </a:xfrm>
            <a:custGeom>
              <a:avLst/>
              <a:gdLst/>
              <a:ahLst/>
              <a:cxnLst/>
              <a:rect l="l" t="t" r="r" b="b"/>
              <a:pathLst>
                <a:path w="1796" h="985" extrusionOk="0">
                  <a:moveTo>
                    <a:pt x="0" y="454"/>
                  </a:moveTo>
                  <a:cubicBezTo>
                    <a:pt x="0" y="454"/>
                    <a:pt x="537" y="1"/>
                    <a:pt x="937" y="84"/>
                  </a:cubicBezTo>
                  <a:cubicBezTo>
                    <a:pt x="1336" y="168"/>
                    <a:pt x="1795" y="663"/>
                    <a:pt x="1682" y="675"/>
                  </a:cubicBezTo>
                  <a:cubicBezTo>
                    <a:pt x="1593" y="687"/>
                    <a:pt x="1181" y="430"/>
                    <a:pt x="1181" y="430"/>
                  </a:cubicBezTo>
                  <a:cubicBezTo>
                    <a:pt x="1181" y="430"/>
                    <a:pt x="1515" y="836"/>
                    <a:pt x="1420" y="836"/>
                  </a:cubicBezTo>
                  <a:cubicBezTo>
                    <a:pt x="1318" y="836"/>
                    <a:pt x="853" y="454"/>
                    <a:pt x="853" y="454"/>
                  </a:cubicBezTo>
                  <a:cubicBezTo>
                    <a:pt x="853" y="454"/>
                    <a:pt x="1187" y="776"/>
                    <a:pt x="1151" y="907"/>
                  </a:cubicBezTo>
                  <a:cubicBezTo>
                    <a:pt x="1127" y="985"/>
                    <a:pt x="865" y="675"/>
                    <a:pt x="603" y="543"/>
                  </a:cubicBezTo>
                  <a:cubicBezTo>
                    <a:pt x="418" y="454"/>
                    <a:pt x="161" y="454"/>
                    <a:pt x="0" y="454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5929343" y="3377170"/>
              <a:ext cx="310298" cy="276067"/>
            </a:xfrm>
            <a:custGeom>
              <a:avLst/>
              <a:gdLst/>
              <a:ahLst/>
              <a:cxnLst/>
              <a:rect l="l" t="t" r="r" b="b"/>
              <a:pathLst>
                <a:path w="4487" h="3992" extrusionOk="0">
                  <a:moveTo>
                    <a:pt x="961" y="1"/>
                  </a:moveTo>
                  <a:cubicBezTo>
                    <a:pt x="961" y="1"/>
                    <a:pt x="3651" y="1468"/>
                    <a:pt x="4069" y="1767"/>
                  </a:cubicBezTo>
                  <a:cubicBezTo>
                    <a:pt x="4486" y="2065"/>
                    <a:pt x="3424" y="3789"/>
                    <a:pt x="3138" y="3890"/>
                  </a:cubicBezTo>
                  <a:cubicBezTo>
                    <a:pt x="2846" y="3991"/>
                    <a:pt x="597" y="2697"/>
                    <a:pt x="299" y="2661"/>
                  </a:cubicBezTo>
                  <a:cubicBezTo>
                    <a:pt x="1" y="2631"/>
                    <a:pt x="370" y="78"/>
                    <a:pt x="961" y="1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5748648" y="3253043"/>
              <a:ext cx="161823" cy="62793"/>
            </a:xfrm>
            <a:custGeom>
              <a:avLst/>
              <a:gdLst/>
              <a:ahLst/>
              <a:cxnLst/>
              <a:rect l="l" t="t" r="r" b="b"/>
              <a:pathLst>
                <a:path w="2340" h="908" extrusionOk="0">
                  <a:moveTo>
                    <a:pt x="2208" y="18"/>
                  </a:moveTo>
                  <a:cubicBezTo>
                    <a:pt x="2208" y="18"/>
                    <a:pt x="186" y="42"/>
                    <a:pt x="96" y="233"/>
                  </a:cubicBezTo>
                  <a:cubicBezTo>
                    <a:pt x="1" y="418"/>
                    <a:pt x="275" y="836"/>
                    <a:pt x="454" y="812"/>
                  </a:cubicBezTo>
                  <a:cubicBezTo>
                    <a:pt x="627" y="794"/>
                    <a:pt x="639" y="615"/>
                    <a:pt x="782" y="603"/>
                  </a:cubicBezTo>
                  <a:cubicBezTo>
                    <a:pt x="925" y="591"/>
                    <a:pt x="914" y="907"/>
                    <a:pt x="1325" y="704"/>
                  </a:cubicBezTo>
                  <a:cubicBezTo>
                    <a:pt x="1731" y="496"/>
                    <a:pt x="2172" y="406"/>
                    <a:pt x="2244" y="329"/>
                  </a:cubicBezTo>
                  <a:cubicBezTo>
                    <a:pt x="2315" y="251"/>
                    <a:pt x="2339" y="1"/>
                    <a:pt x="2208" y="18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6062184" y="3840002"/>
              <a:ext cx="134506" cy="136996"/>
            </a:xfrm>
            <a:custGeom>
              <a:avLst/>
              <a:gdLst/>
              <a:ahLst/>
              <a:cxnLst/>
              <a:rect l="l" t="t" r="r" b="b"/>
              <a:pathLst>
                <a:path w="1945" h="1981" extrusionOk="0">
                  <a:moveTo>
                    <a:pt x="1044" y="12"/>
                  </a:moveTo>
                  <a:cubicBezTo>
                    <a:pt x="1044" y="12"/>
                    <a:pt x="1945" y="317"/>
                    <a:pt x="1897" y="412"/>
                  </a:cubicBezTo>
                  <a:cubicBezTo>
                    <a:pt x="1688" y="830"/>
                    <a:pt x="966" y="1981"/>
                    <a:pt x="925" y="1969"/>
                  </a:cubicBezTo>
                  <a:cubicBezTo>
                    <a:pt x="823" y="1945"/>
                    <a:pt x="966" y="1527"/>
                    <a:pt x="1044" y="1319"/>
                  </a:cubicBezTo>
                  <a:cubicBezTo>
                    <a:pt x="1044" y="1319"/>
                    <a:pt x="782" y="1879"/>
                    <a:pt x="704" y="1915"/>
                  </a:cubicBezTo>
                  <a:cubicBezTo>
                    <a:pt x="567" y="1969"/>
                    <a:pt x="817" y="1164"/>
                    <a:pt x="817" y="1164"/>
                  </a:cubicBezTo>
                  <a:cubicBezTo>
                    <a:pt x="817" y="1164"/>
                    <a:pt x="519" y="1826"/>
                    <a:pt x="430" y="1808"/>
                  </a:cubicBezTo>
                  <a:cubicBezTo>
                    <a:pt x="316" y="1778"/>
                    <a:pt x="621" y="865"/>
                    <a:pt x="573" y="865"/>
                  </a:cubicBezTo>
                  <a:cubicBezTo>
                    <a:pt x="531" y="859"/>
                    <a:pt x="269" y="919"/>
                    <a:pt x="131" y="847"/>
                  </a:cubicBezTo>
                  <a:cubicBezTo>
                    <a:pt x="0" y="770"/>
                    <a:pt x="603" y="651"/>
                    <a:pt x="740" y="496"/>
                  </a:cubicBezTo>
                  <a:cubicBezTo>
                    <a:pt x="871" y="346"/>
                    <a:pt x="1008" y="0"/>
                    <a:pt x="1044" y="12"/>
                  </a:cubicBezTo>
                  <a:close/>
                </a:path>
              </a:pathLst>
            </a:custGeom>
            <a:solidFill>
              <a:srgbClr val="231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17"/>
          <p:cNvGrpSpPr/>
          <p:nvPr/>
        </p:nvGrpSpPr>
        <p:grpSpPr>
          <a:xfrm>
            <a:off x="0" y="732560"/>
            <a:ext cx="2685012" cy="1462560"/>
            <a:chOff x="315361" y="1179741"/>
            <a:chExt cx="2272394" cy="1209459"/>
          </a:xfrm>
        </p:grpSpPr>
        <p:sp>
          <p:nvSpPr>
            <p:cNvPr id="376" name="Google Shape;376;p17"/>
            <p:cNvSpPr txBox="1"/>
            <p:nvPr/>
          </p:nvSpPr>
          <p:spPr>
            <a:xfrm>
              <a:off x="315361" y="1860564"/>
              <a:ext cx="2272394" cy="528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>
                  <a:latin typeface="Montserrat"/>
                  <a:ea typeface="Calibri"/>
                  <a:cs typeface="Calibri"/>
                  <a:sym typeface="Fira Sans Extra Condensed"/>
                </a:rPr>
                <a:t>Creación de Máquina Virtual</a:t>
              </a:r>
              <a:endParaRPr lang="es-ES" sz="2000">
                <a:latin typeface="Montserrat"/>
                <a:ea typeface="Calibri"/>
                <a:cs typeface="Calibri"/>
              </a:endParaRPr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1162817" y="1179741"/>
              <a:ext cx="572700" cy="572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sz="3000">
                <a:solidFill>
                  <a:schemeClr val="lt1"/>
                </a:solidFill>
              </a:endParaRPr>
            </a:p>
          </p:txBody>
        </p:sp>
      </p:grpSp>
      <p:grpSp>
        <p:nvGrpSpPr>
          <p:cNvPr id="2" name="Google Shape;374;p17">
            <a:extLst>
              <a:ext uri="{FF2B5EF4-FFF2-40B4-BE49-F238E27FC236}">
                <a16:creationId xmlns:a16="http://schemas.microsoft.com/office/drawing/2014/main" id="{DAC7465A-95CB-88C2-DF53-DED52C5AC817}"/>
              </a:ext>
            </a:extLst>
          </p:cNvPr>
          <p:cNvGrpSpPr/>
          <p:nvPr/>
        </p:nvGrpSpPr>
        <p:grpSpPr>
          <a:xfrm>
            <a:off x="6556412" y="721745"/>
            <a:ext cx="2510270" cy="1850003"/>
            <a:chOff x="337895" y="1217959"/>
            <a:chExt cx="2124506" cy="1529849"/>
          </a:xfrm>
        </p:grpSpPr>
        <p:sp>
          <p:nvSpPr>
            <p:cNvPr id="5" name="Google Shape;376;p17">
              <a:extLst>
                <a:ext uri="{FF2B5EF4-FFF2-40B4-BE49-F238E27FC236}">
                  <a16:creationId xmlns:a16="http://schemas.microsoft.com/office/drawing/2014/main" id="{9909B190-845F-0F1F-664E-F84D934FDDB6}"/>
                </a:ext>
              </a:extLst>
            </p:cNvPr>
            <p:cNvSpPr txBox="1"/>
            <p:nvPr/>
          </p:nvSpPr>
          <p:spPr>
            <a:xfrm>
              <a:off x="337895" y="1834599"/>
              <a:ext cx="2124506" cy="9132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 err="1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Configuración</a:t>
              </a:r>
              <a:r>
                <a:rPr lang="en" sz="2000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 de firewall para http y ssh</a:t>
              </a:r>
              <a:endParaRPr sz="1600">
                <a:solidFill>
                  <a:srgbClr val="000000"/>
                </a:solidFill>
                <a:latin typeface="Montserrat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" name="Google Shape;378;p17">
              <a:extLst>
                <a:ext uri="{FF2B5EF4-FFF2-40B4-BE49-F238E27FC236}">
                  <a16:creationId xmlns:a16="http://schemas.microsoft.com/office/drawing/2014/main" id="{F7DC47B4-2F08-E888-FB7F-806B2E1F8057}"/>
                </a:ext>
              </a:extLst>
            </p:cNvPr>
            <p:cNvSpPr/>
            <p:nvPr/>
          </p:nvSpPr>
          <p:spPr>
            <a:xfrm>
              <a:off x="1092466" y="1217959"/>
              <a:ext cx="572700" cy="572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2</a:t>
              </a:r>
              <a:endParaRPr sz="3000">
                <a:solidFill>
                  <a:schemeClr val="lt1"/>
                </a:solidFill>
              </a:endParaRPr>
            </a:p>
          </p:txBody>
        </p:sp>
      </p:grpSp>
      <p:grpSp>
        <p:nvGrpSpPr>
          <p:cNvPr id="7" name="Google Shape;374;p17">
            <a:extLst>
              <a:ext uri="{FF2B5EF4-FFF2-40B4-BE49-F238E27FC236}">
                <a16:creationId xmlns:a16="http://schemas.microsoft.com/office/drawing/2014/main" id="{3C9B3FD3-570D-A980-16C7-AE91AACA58CD}"/>
              </a:ext>
            </a:extLst>
          </p:cNvPr>
          <p:cNvGrpSpPr/>
          <p:nvPr/>
        </p:nvGrpSpPr>
        <p:grpSpPr>
          <a:xfrm>
            <a:off x="15630" y="2668137"/>
            <a:ext cx="2594566" cy="1704355"/>
            <a:chOff x="386865" y="1286944"/>
            <a:chExt cx="2195848" cy="1409406"/>
          </a:xfrm>
        </p:grpSpPr>
        <p:sp>
          <p:nvSpPr>
            <p:cNvPr id="10" name="Google Shape;376;p17">
              <a:extLst>
                <a:ext uri="{FF2B5EF4-FFF2-40B4-BE49-F238E27FC236}">
                  <a16:creationId xmlns:a16="http://schemas.microsoft.com/office/drawing/2014/main" id="{586F5A6A-D412-30CF-B669-96E2818113AD}"/>
                </a:ext>
              </a:extLst>
            </p:cNvPr>
            <p:cNvSpPr txBox="1"/>
            <p:nvPr/>
          </p:nvSpPr>
          <p:spPr>
            <a:xfrm>
              <a:off x="386865" y="1869751"/>
              <a:ext cx="2195848" cy="826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SzPts val="1100"/>
              </a:pPr>
              <a:r>
                <a:rPr lang="es-ES" sz="2000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Configuración de firewall externo para http y ssh</a:t>
              </a:r>
              <a:endParaRPr lang="es-ES" sz="1600">
                <a:latin typeface="Montserrat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" name="Google Shape;378;p17">
              <a:extLst>
                <a:ext uri="{FF2B5EF4-FFF2-40B4-BE49-F238E27FC236}">
                  <a16:creationId xmlns:a16="http://schemas.microsoft.com/office/drawing/2014/main" id="{EFDA05C1-ACDD-AB0A-488A-566685624601}"/>
                </a:ext>
              </a:extLst>
            </p:cNvPr>
            <p:cNvSpPr/>
            <p:nvPr/>
          </p:nvSpPr>
          <p:spPr>
            <a:xfrm>
              <a:off x="1219099" y="1286944"/>
              <a:ext cx="572700" cy="572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3</a:t>
              </a:r>
              <a:endParaRPr sz="3000">
                <a:solidFill>
                  <a:schemeClr val="lt1"/>
                </a:solidFill>
              </a:endParaRPr>
            </a:p>
          </p:txBody>
        </p:sp>
      </p:grpSp>
      <p:grpSp>
        <p:nvGrpSpPr>
          <p:cNvPr id="12" name="Google Shape;374;p17">
            <a:extLst>
              <a:ext uri="{FF2B5EF4-FFF2-40B4-BE49-F238E27FC236}">
                <a16:creationId xmlns:a16="http://schemas.microsoft.com/office/drawing/2014/main" id="{1312E53C-4B34-ACCB-C012-2183DE3228AE}"/>
              </a:ext>
            </a:extLst>
          </p:cNvPr>
          <p:cNvGrpSpPr/>
          <p:nvPr/>
        </p:nvGrpSpPr>
        <p:grpSpPr>
          <a:xfrm>
            <a:off x="6625238" y="2668138"/>
            <a:ext cx="2414799" cy="1962051"/>
            <a:chOff x="284871" y="1198122"/>
            <a:chExt cx="2043707" cy="1622505"/>
          </a:xfrm>
        </p:grpSpPr>
        <p:sp>
          <p:nvSpPr>
            <p:cNvPr id="15" name="Google Shape;376;p17">
              <a:extLst>
                <a:ext uri="{FF2B5EF4-FFF2-40B4-BE49-F238E27FC236}">
                  <a16:creationId xmlns:a16="http://schemas.microsoft.com/office/drawing/2014/main" id="{BC05DC31-2B01-CBDF-794D-F2AEF63CF97C}"/>
                </a:ext>
              </a:extLst>
            </p:cNvPr>
            <p:cNvSpPr txBox="1"/>
            <p:nvPr/>
          </p:nvSpPr>
          <p:spPr>
            <a:xfrm>
              <a:off x="284871" y="1587911"/>
              <a:ext cx="2043707" cy="12327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 dirty="0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Limitar conexiones sólo desde ip pública</a:t>
              </a:r>
              <a:endParaRPr sz="1600" dirty="0">
                <a:solidFill>
                  <a:srgbClr val="000000"/>
                </a:solidFill>
                <a:latin typeface="Montserrat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" name="Google Shape;378;p17">
              <a:extLst>
                <a:ext uri="{FF2B5EF4-FFF2-40B4-BE49-F238E27FC236}">
                  <a16:creationId xmlns:a16="http://schemas.microsoft.com/office/drawing/2014/main" id="{47DADE04-581C-B1F8-B964-241FD4409CC4}"/>
                </a:ext>
              </a:extLst>
            </p:cNvPr>
            <p:cNvSpPr/>
            <p:nvPr/>
          </p:nvSpPr>
          <p:spPr>
            <a:xfrm>
              <a:off x="1001008" y="1198122"/>
              <a:ext cx="572700" cy="572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4</a:t>
              </a:r>
              <a:endParaRPr sz="3000">
                <a:solidFill>
                  <a:schemeClr val="lt1"/>
                </a:solidFill>
              </a:endParaRPr>
            </a:p>
          </p:txBody>
        </p:sp>
      </p:grpSp>
      <p:grpSp>
        <p:nvGrpSpPr>
          <p:cNvPr id="17" name="Google Shape;374;p17">
            <a:extLst>
              <a:ext uri="{FF2B5EF4-FFF2-40B4-BE49-F238E27FC236}">
                <a16:creationId xmlns:a16="http://schemas.microsoft.com/office/drawing/2014/main" id="{A550D171-9472-444C-CF71-4E1370E8DC1E}"/>
              </a:ext>
            </a:extLst>
          </p:cNvPr>
          <p:cNvGrpSpPr/>
          <p:nvPr/>
        </p:nvGrpSpPr>
        <p:grpSpPr>
          <a:xfrm>
            <a:off x="2478730" y="3746656"/>
            <a:ext cx="4186539" cy="1407130"/>
            <a:chOff x="-519096" y="1214110"/>
            <a:chExt cx="3543175" cy="1163619"/>
          </a:xfrm>
        </p:grpSpPr>
        <p:sp>
          <p:nvSpPr>
            <p:cNvPr id="20" name="Google Shape;376;p17">
              <a:extLst>
                <a:ext uri="{FF2B5EF4-FFF2-40B4-BE49-F238E27FC236}">
                  <a16:creationId xmlns:a16="http://schemas.microsoft.com/office/drawing/2014/main" id="{ED97AD4A-1184-B155-05B4-24685A977348}"/>
                </a:ext>
              </a:extLst>
            </p:cNvPr>
            <p:cNvSpPr txBox="1"/>
            <p:nvPr/>
          </p:nvSpPr>
          <p:spPr>
            <a:xfrm>
              <a:off x="-519096" y="1688032"/>
              <a:ext cx="3543175" cy="6896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 err="1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Probar</a:t>
              </a:r>
              <a:r>
                <a:rPr lang="en" sz="2000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 conexión </a:t>
              </a:r>
              <a:r>
                <a:rPr lang="en" sz="2000" err="1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usando</a:t>
              </a:r>
              <a:r>
                <a:rPr lang="en" sz="2000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en" sz="2000" err="1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nombre</a:t>
              </a:r>
              <a:r>
                <a:rPr lang="en" sz="2000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 del </a:t>
              </a:r>
              <a:r>
                <a:rPr lang="en" sz="2000" err="1">
                  <a:latin typeface="Montserrat"/>
                  <a:ea typeface="Fira Sans Extra Condensed"/>
                  <a:cs typeface="Fira Sans Extra Condensed"/>
                  <a:sym typeface="Fira Sans Extra Condensed"/>
                </a:rPr>
                <a:t>dominio</a:t>
              </a:r>
              <a:endParaRPr sz="1600" err="1">
                <a:solidFill>
                  <a:srgbClr val="000000"/>
                </a:solidFill>
                <a:latin typeface="Montserrat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" name="Google Shape;378;p17">
              <a:extLst>
                <a:ext uri="{FF2B5EF4-FFF2-40B4-BE49-F238E27FC236}">
                  <a16:creationId xmlns:a16="http://schemas.microsoft.com/office/drawing/2014/main" id="{19964F3E-F79E-674C-01B3-E5284A0670CE}"/>
                </a:ext>
              </a:extLst>
            </p:cNvPr>
            <p:cNvSpPr/>
            <p:nvPr/>
          </p:nvSpPr>
          <p:spPr>
            <a:xfrm>
              <a:off x="966142" y="1214110"/>
              <a:ext cx="572700" cy="572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5</a:t>
              </a:r>
              <a:endParaRPr sz="30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CREACIÓN DE MÁQUINA VIRTUAL EN CLOUDING</a:t>
            </a:r>
          </a:p>
        </p:txBody>
      </p:sp>
      <p:grpSp>
        <p:nvGrpSpPr>
          <p:cNvPr id="664" name="Google Shape;664;p21"/>
          <p:cNvGrpSpPr/>
          <p:nvPr/>
        </p:nvGrpSpPr>
        <p:grpSpPr>
          <a:xfrm>
            <a:off x="560503" y="1055555"/>
            <a:ext cx="2887360" cy="3641619"/>
            <a:chOff x="1851476" y="1213965"/>
            <a:chExt cx="2788103" cy="3516434"/>
          </a:xfrm>
        </p:grpSpPr>
        <p:sp>
          <p:nvSpPr>
            <p:cNvPr id="665" name="Google Shape;665;p21"/>
            <p:cNvSpPr/>
            <p:nvPr/>
          </p:nvSpPr>
          <p:spPr>
            <a:xfrm>
              <a:off x="1851476" y="4552267"/>
              <a:ext cx="2788103" cy="178132"/>
            </a:xfrm>
            <a:custGeom>
              <a:avLst/>
              <a:gdLst/>
              <a:ahLst/>
              <a:cxnLst/>
              <a:rect l="l" t="t" r="r" b="b"/>
              <a:pathLst>
                <a:path w="27469" h="1755" extrusionOk="0">
                  <a:moveTo>
                    <a:pt x="13738" y="1"/>
                  </a:moveTo>
                  <a:cubicBezTo>
                    <a:pt x="6150" y="1"/>
                    <a:pt x="1" y="395"/>
                    <a:pt x="1" y="878"/>
                  </a:cubicBezTo>
                  <a:cubicBezTo>
                    <a:pt x="1" y="1361"/>
                    <a:pt x="6150" y="1755"/>
                    <a:pt x="13738" y="1755"/>
                  </a:cubicBezTo>
                  <a:cubicBezTo>
                    <a:pt x="21319" y="1755"/>
                    <a:pt x="27469" y="1361"/>
                    <a:pt x="27469" y="878"/>
                  </a:cubicBezTo>
                  <a:cubicBezTo>
                    <a:pt x="27469" y="395"/>
                    <a:pt x="21319" y="1"/>
                    <a:pt x="137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1"/>
            <p:cNvSpPr/>
            <p:nvPr/>
          </p:nvSpPr>
          <p:spPr>
            <a:xfrm>
              <a:off x="1851476" y="2237106"/>
              <a:ext cx="2788103" cy="2018023"/>
            </a:xfrm>
            <a:custGeom>
              <a:avLst/>
              <a:gdLst/>
              <a:ahLst/>
              <a:cxnLst/>
              <a:rect l="l" t="t" r="r" b="b"/>
              <a:pathLst>
                <a:path w="27469" h="19882" extrusionOk="0">
                  <a:moveTo>
                    <a:pt x="25769" y="2052"/>
                  </a:moveTo>
                  <a:lnTo>
                    <a:pt x="25769" y="16851"/>
                  </a:lnTo>
                  <a:lnTo>
                    <a:pt x="1701" y="16851"/>
                  </a:lnTo>
                  <a:lnTo>
                    <a:pt x="1701" y="2052"/>
                  </a:lnTo>
                  <a:close/>
                  <a:moveTo>
                    <a:pt x="15211" y="18128"/>
                  </a:moveTo>
                  <a:cubicBezTo>
                    <a:pt x="15342" y="18128"/>
                    <a:pt x="15443" y="18229"/>
                    <a:pt x="15443" y="18360"/>
                  </a:cubicBezTo>
                  <a:lnTo>
                    <a:pt x="15443" y="18706"/>
                  </a:lnTo>
                  <a:cubicBezTo>
                    <a:pt x="15443" y="18837"/>
                    <a:pt x="15342" y="18939"/>
                    <a:pt x="15211" y="18939"/>
                  </a:cubicBezTo>
                  <a:lnTo>
                    <a:pt x="12258" y="18939"/>
                  </a:lnTo>
                  <a:cubicBezTo>
                    <a:pt x="12133" y="18939"/>
                    <a:pt x="12026" y="18837"/>
                    <a:pt x="12026" y="18706"/>
                  </a:cubicBezTo>
                  <a:lnTo>
                    <a:pt x="12026" y="18360"/>
                  </a:lnTo>
                  <a:cubicBezTo>
                    <a:pt x="12026" y="18229"/>
                    <a:pt x="12133" y="18128"/>
                    <a:pt x="12258" y="18128"/>
                  </a:cubicBezTo>
                  <a:close/>
                  <a:moveTo>
                    <a:pt x="860" y="1"/>
                  </a:moveTo>
                  <a:cubicBezTo>
                    <a:pt x="388" y="1"/>
                    <a:pt x="1" y="388"/>
                    <a:pt x="1" y="859"/>
                  </a:cubicBezTo>
                  <a:lnTo>
                    <a:pt x="1" y="19022"/>
                  </a:lnTo>
                  <a:cubicBezTo>
                    <a:pt x="1" y="19493"/>
                    <a:pt x="388" y="19881"/>
                    <a:pt x="860" y="19881"/>
                  </a:cubicBezTo>
                  <a:lnTo>
                    <a:pt x="26610" y="19881"/>
                  </a:lnTo>
                  <a:cubicBezTo>
                    <a:pt x="27087" y="19881"/>
                    <a:pt x="27469" y="19493"/>
                    <a:pt x="27469" y="19022"/>
                  </a:cubicBezTo>
                  <a:lnTo>
                    <a:pt x="27469" y="859"/>
                  </a:lnTo>
                  <a:cubicBezTo>
                    <a:pt x="27469" y="388"/>
                    <a:pt x="27087" y="1"/>
                    <a:pt x="26610" y="1"/>
                  </a:cubicBezTo>
                  <a:close/>
                </a:path>
              </a:pathLst>
            </a:custGeom>
            <a:solidFill>
              <a:srgbClr val="1547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1"/>
            <p:cNvSpPr/>
            <p:nvPr/>
          </p:nvSpPr>
          <p:spPr>
            <a:xfrm>
              <a:off x="2938250" y="4255069"/>
              <a:ext cx="615192" cy="254359"/>
            </a:xfrm>
            <a:custGeom>
              <a:avLst/>
              <a:gdLst/>
              <a:ahLst/>
              <a:cxnLst/>
              <a:rect l="l" t="t" r="r" b="b"/>
              <a:pathLst>
                <a:path w="6061" h="2506" extrusionOk="0">
                  <a:moveTo>
                    <a:pt x="1211" y="0"/>
                  </a:moveTo>
                  <a:lnTo>
                    <a:pt x="0" y="2505"/>
                  </a:lnTo>
                  <a:lnTo>
                    <a:pt x="6061" y="2505"/>
                  </a:lnTo>
                  <a:lnTo>
                    <a:pt x="48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1"/>
            <p:cNvSpPr/>
            <p:nvPr/>
          </p:nvSpPr>
          <p:spPr>
            <a:xfrm>
              <a:off x="3072029" y="4077034"/>
              <a:ext cx="347029" cy="82418"/>
            </a:xfrm>
            <a:custGeom>
              <a:avLst/>
              <a:gdLst/>
              <a:ahLst/>
              <a:cxnLst/>
              <a:rect l="l" t="t" r="r" b="b"/>
              <a:pathLst>
                <a:path w="3419" h="812" extrusionOk="0">
                  <a:moveTo>
                    <a:pt x="233" y="1"/>
                  </a:moveTo>
                  <a:cubicBezTo>
                    <a:pt x="108" y="1"/>
                    <a:pt x="1" y="102"/>
                    <a:pt x="1" y="233"/>
                  </a:cubicBezTo>
                  <a:lnTo>
                    <a:pt x="1" y="579"/>
                  </a:lnTo>
                  <a:cubicBezTo>
                    <a:pt x="1" y="710"/>
                    <a:pt x="108" y="812"/>
                    <a:pt x="233" y="812"/>
                  </a:cubicBezTo>
                  <a:lnTo>
                    <a:pt x="3186" y="812"/>
                  </a:lnTo>
                  <a:cubicBezTo>
                    <a:pt x="3317" y="812"/>
                    <a:pt x="3418" y="710"/>
                    <a:pt x="3418" y="579"/>
                  </a:cubicBezTo>
                  <a:lnTo>
                    <a:pt x="3418" y="233"/>
                  </a:lnTo>
                  <a:cubicBezTo>
                    <a:pt x="3418" y="102"/>
                    <a:pt x="3317" y="1"/>
                    <a:pt x="3186" y="1"/>
                  </a:cubicBezTo>
                  <a:close/>
                </a:path>
              </a:pathLst>
            </a:custGeom>
            <a:solidFill>
              <a:srgbClr val="6060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1"/>
            <p:cNvSpPr/>
            <p:nvPr/>
          </p:nvSpPr>
          <p:spPr>
            <a:xfrm>
              <a:off x="2024028" y="2445388"/>
              <a:ext cx="2443003" cy="1502200"/>
            </a:xfrm>
            <a:custGeom>
              <a:avLst/>
              <a:gdLst/>
              <a:ahLst/>
              <a:cxnLst/>
              <a:rect l="l" t="t" r="r" b="b"/>
              <a:pathLst>
                <a:path w="24069" h="14800" extrusionOk="0">
                  <a:moveTo>
                    <a:pt x="1" y="0"/>
                  </a:moveTo>
                  <a:lnTo>
                    <a:pt x="1" y="14799"/>
                  </a:lnTo>
                  <a:lnTo>
                    <a:pt x="24069" y="14799"/>
                  </a:lnTo>
                  <a:lnTo>
                    <a:pt x="24069" y="0"/>
                  </a:lnTo>
                  <a:close/>
                </a:path>
              </a:pathLst>
            </a:custGeom>
            <a:solidFill>
              <a:srgbClr val="6060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1"/>
            <p:cNvSpPr/>
            <p:nvPr/>
          </p:nvSpPr>
          <p:spPr>
            <a:xfrm>
              <a:off x="2532550" y="4509331"/>
              <a:ext cx="1426582" cy="143014"/>
            </a:xfrm>
            <a:custGeom>
              <a:avLst/>
              <a:gdLst/>
              <a:ahLst/>
              <a:cxnLst/>
              <a:rect l="l" t="t" r="r" b="b"/>
              <a:pathLst>
                <a:path w="14055" h="1409" extrusionOk="0">
                  <a:moveTo>
                    <a:pt x="484" y="0"/>
                  </a:moveTo>
                  <a:cubicBezTo>
                    <a:pt x="216" y="0"/>
                    <a:pt x="1" y="215"/>
                    <a:pt x="1" y="484"/>
                  </a:cubicBezTo>
                  <a:lnTo>
                    <a:pt x="1" y="925"/>
                  </a:lnTo>
                  <a:cubicBezTo>
                    <a:pt x="1" y="1187"/>
                    <a:pt x="216" y="1408"/>
                    <a:pt x="484" y="1408"/>
                  </a:cubicBezTo>
                  <a:lnTo>
                    <a:pt x="13571" y="1408"/>
                  </a:lnTo>
                  <a:cubicBezTo>
                    <a:pt x="13839" y="1408"/>
                    <a:pt x="14054" y="1187"/>
                    <a:pt x="14054" y="925"/>
                  </a:cubicBezTo>
                  <a:lnTo>
                    <a:pt x="14054" y="484"/>
                  </a:lnTo>
                  <a:cubicBezTo>
                    <a:pt x="14054" y="215"/>
                    <a:pt x="13839" y="0"/>
                    <a:pt x="13571" y="0"/>
                  </a:cubicBezTo>
                  <a:close/>
                </a:path>
              </a:pathLst>
            </a:custGeom>
            <a:solidFill>
              <a:srgbClr val="1547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1"/>
            <p:cNvSpPr/>
            <p:nvPr/>
          </p:nvSpPr>
          <p:spPr>
            <a:xfrm>
              <a:off x="3072029" y="4077034"/>
              <a:ext cx="347029" cy="82418"/>
            </a:xfrm>
            <a:custGeom>
              <a:avLst/>
              <a:gdLst/>
              <a:ahLst/>
              <a:cxnLst/>
              <a:rect l="l" t="t" r="r" b="b"/>
              <a:pathLst>
                <a:path w="3419" h="812" extrusionOk="0">
                  <a:moveTo>
                    <a:pt x="233" y="1"/>
                  </a:moveTo>
                  <a:cubicBezTo>
                    <a:pt x="108" y="1"/>
                    <a:pt x="1" y="102"/>
                    <a:pt x="1" y="233"/>
                  </a:cubicBezTo>
                  <a:lnTo>
                    <a:pt x="1" y="579"/>
                  </a:lnTo>
                  <a:cubicBezTo>
                    <a:pt x="1" y="710"/>
                    <a:pt x="108" y="812"/>
                    <a:pt x="233" y="812"/>
                  </a:cubicBezTo>
                  <a:lnTo>
                    <a:pt x="3186" y="812"/>
                  </a:lnTo>
                  <a:cubicBezTo>
                    <a:pt x="3317" y="812"/>
                    <a:pt x="3418" y="710"/>
                    <a:pt x="3418" y="579"/>
                  </a:cubicBezTo>
                  <a:lnTo>
                    <a:pt x="3418" y="233"/>
                  </a:lnTo>
                  <a:cubicBezTo>
                    <a:pt x="3418" y="102"/>
                    <a:pt x="3317" y="1"/>
                    <a:pt x="3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1"/>
            <p:cNvSpPr/>
            <p:nvPr/>
          </p:nvSpPr>
          <p:spPr>
            <a:xfrm>
              <a:off x="2024028" y="2445388"/>
              <a:ext cx="2443003" cy="1502200"/>
            </a:xfrm>
            <a:custGeom>
              <a:avLst/>
              <a:gdLst/>
              <a:ahLst/>
              <a:cxnLst/>
              <a:rect l="l" t="t" r="r" b="b"/>
              <a:pathLst>
                <a:path w="24069" h="14800" extrusionOk="0">
                  <a:moveTo>
                    <a:pt x="1" y="0"/>
                  </a:moveTo>
                  <a:lnTo>
                    <a:pt x="1" y="14799"/>
                  </a:lnTo>
                  <a:lnTo>
                    <a:pt x="24069" y="14799"/>
                  </a:lnTo>
                  <a:lnTo>
                    <a:pt x="240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1"/>
            <p:cNvSpPr/>
            <p:nvPr/>
          </p:nvSpPr>
          <p:spPr>
            <a:xfrm>
              <a:off x="2024028" y="2445388"/>
              <a:ext cx="2443003" cy="111447"/>
            </a:xfrm>
            <a:custGeom>
              <a:avLst/>
              <a:gdLst/>
              <a:ahLst/>
              <a:cxnLst/>
              <a:rect l="l" t="t" r="r" b="b"/>
              <a:pathLst>
                <a:path w="24069" h="1098" extrusionOk="0">
                  <a:moveTo>
                    <a:pt x="1" y="0"/>
                  </a:moveTo>
                  <a:lnTo>
                    <a:pt x="1" y="1098"/>
                  </a:lnTo>
                  <a:lnTo>
                    <a:pt x="24069" y="1098"/>
                  </a:lnTo>
                  <a:lnTo>
                    <a:pt x="240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1"/>
            <p:cNvSpPr/>
            <p:nvPr/>
          </p:nvSpPr>
          <p:spPr>
            <a:xfrm>
              <a:off x="2024028" y="3836068"/>
              <a:ext cx="2443003" cy="111549"/>
            </a:xfrm>
            <a:custGeom>
              <a:avLst/>
              <a:gdLst/>
              <a:ahLst/>
              <a:cxnLst/>
              <a:rect l="l" t="t" r="r" b="b"/>
              <a:pathLst>
                <a:path w="24069" h="1099" extrusionOk="0">
                  <a:moveTo>
                    <a:pt x="1" y="1"/>
                  </a:moveTo>
                  <a:lnTo>
                    <a:pt x="1" y="1098"/>
                  </a:lnTo>
                  <a:lnTo>
                    <a:pt x="24069" y="1098"/>
                  </a:lnTo>
                  <a:lnTo>
                    <a:pt x="240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2436935" y="3836068"/>
              <a:ext cx="1617808" cy="111549"/>
            </a:xfrm>
            <a:custGeom>
              <a:avLst/>
              <a:gdLst/>
              <a:ahLst/>
              <a:cxnLst/>
              <a:rect l="l" t="t" r="r" b="b"/>
              <a:pathLst>
                <a:path w="15939" h="1099" extrusionOk="0">
                  <a:moveTo>
                    <a:pt x="1" y="1"/>
                  </a:moveTo>
                  <a:lnTo>
                    <a:pt x="1" y="1098"/>
                  </a:lnTo>
                  <a:lnTo>
                    <a:pt x="15939" y="1098"/>
                  </a:lnTo>
                  <a:lnTo>
                    <a:pt x="15939" y="1"/>
                  </a:lnTo>
                  <a:close/>
                </a:path>
              </a:pathLst>
            </a:custGeom>
            <a:solidFill>
              <a:srgbClr val="CC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3173733" y="3765829"/>
              <a:ext cx="139969" cy="139968"/>
            </a:xfrm>
            <a:custGeom>
              <a:avLst/>
              <a:gdLst/>
              <a:ahLst/>
              <a:cxnLst/>
              <a:rect l="l" t="t" r="r" b="b"/>
              <a:pathLst>
                <a:path w="1379" h="1379" extrusionOk="0">
                  <a:moveTo>
                    <a:pt x="687" y="1"/>
                  </a:moveTo>
                  <a:cubicBezTo>
                    <a:pt x="305" y="1"/>
                    <a:pt x="1" y="311"/>
                    <a:pt x="1" y="693"/>
                  </a:cubicBezTo>
                  <a:cubicBezTo>
                    <a:pt x="1" y="1074"/>
                    <a:pt x="305" y="1378"/>
                    <a:pt x="687" y="1378"/>
                  </a:cubicBezTo>
                  <a:cubicBezTo>
                    <a:pt x="1068" y="1378"/>
                    <a:pt x="1379" y="1074"/>
                    <a:pt x="1379" y="693"/>
                  </a:cubicBezTo>
                  <a:cubicBezTo>
                    <a:pt x="1379" y="311"/>
                    <a:pt x="1068" y="1"/>
                    <a:pt x="6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1"/>
            <p:cNvSpPr/>
            <p:nvPr/>
          </p:nvSpPr>
          <p:spPr>
            <a:xfrm>
              <a:off x="3659925" y="3765829"/>
              <a:ext cx="140578" cy="139968"/>
            </a:xfrm>
            <a:custGeom>
              <a:avLst/>
              <a:gdLst/>
              <a:ahLst/>
              <a:cxnLst/>
              <a:rect l="l" t="t" r="r" b="b"/>
              <a:pathLst>
                <a:path w="1385" h="1379" extrusionOk="0">
                  <a:moveTo>
                    <a:pt x="692" y="1"/>
                  </a:moveTo>
                  <a:cubicBezTo>
                    <a:pt x="311" y="1"/>
                    <a:pt x="0" y="311"/>
                    <a:pt x="0" y="693"/>
                  </a:cubicBezTo>
                  <a:cubicBezTo>
                    <a:pt x="0" y="1074"/>
                    <a:pt x="311" y="1378"/>
                    <a:pt x="692" y="1378"/>
                  </a:cubicBezTo>
                  <a:cubicBezTo>
                    <a:pt x="1074" y="1378"/>
                    <a:pt x="1384" y="1074"/>
                    <a:pt x="1384" y="693"/>
                  </a:cubicBezTo>
                  <a:cubicBezTo>
                    <a:pt x="1384" y="311"/>
                    <a:pt x="1074" y="1"/>
                    <a:pt x="6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1"/>
            <p:cNvSpPr/>
            <p:nvPr/>
          </p:nvSpPr>
          <p:spPr>
            <a:xfrm>
              <a:off x="3416525" y="3765829"/>
              <a:ext cx="140578" cy="139968"/>
            </a:xfrm>
            <a:custGeom>
              <a:avLst/>
              <a:gdLst/>
              <a:ahLst/>
              <a:cxnLst/>
              <a:rect l="l" t="t" r="r" b="b"/>
              <a:pathLst>
                <a:path w="1385" h="1379" extrusionOk="0">
                  <a:moveTo>
                    <a:pt x="693" y="1"/>
                  </a:moveTo>
                  <a:cubicBezTo>
                    <a:pt x="311" y="1"/>
                    <a:pt x="1" y="311"/>
                    <a:pt x="1" y="693"/>
                  </a:cubicBezTo>
                  <a:cubicBezTo>
                    <a:pt x="1" y="1074"/>
                    <a:pt x="311" y="1378"/>
                    <a:pt x="693" y="1378"/>
                  </a:cubicBezTo>
                  <a:cubicBezTo>
                    <a:pt x="1074" y="1378"/>
                    <a:pt x="1384" y="1074"/>
                    <a:pt x="1384" y="693"/>
                  </a:cubicBezTo>
                  <a:cubicBezTo>
                    <a:pt x="1384" y="311"/>
                    <a:pt x="1074" y="1"/>
                    <a:pt x="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2930333" y="3765829"/>
              <a:ext cx="139969" cy="139968"/>
            </a:xfrm>
            <a:custGeom>
              <a:avLst/>
              <a:gdLst/>
              <a:ahLst/>
              <a:cxnLst/>
              <a:rect l="l" t="t" r="r" b="b"/>
              <a:pathLst>
                <a:path w="1379" h="1379" extrusionOk="0">
                  <a:moveTo>
                    <a:pt x="693" y="1"/>
                  </a:moveTo>
                  <a:cubicBezTo>
                    <a:pt x="311" y="1"/>
                    <a:pt x="1" y="311"/>
                    <a:pt x="1" y="693"/>
                  </a:cubicBezTo>
                  <a:cubicBezTo>
                    <a:pt x="1" y="1074"/>
                    <a:pt x="311" y="1378"/>
                    <a:pt x="693" y="1378"/>
                  </a:cubicBezTo>
                  <a:cubicBezTo>
                    <a:pt x="1075" y="1378"/>
                    <a:pt x="1379" y="1074"/>
                    <a:pt x="1379" y="693"/>
                  </a:cubicBezTo>
                  <a:cubicBezTo>
                    <a:pt x="1379" y="311"/>
                    <a:pt x="1075" y="1"/>
                    <a:pt x="6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2687035" y="3765829"/>
              <a:ext cx="140476" cy="139968"/>
            </a:xfrm>
            <a:custGeom>
              <a:avLst/>
              <a:gdLst/>
              <a:ahLst/>
              <a:cxnLst/>
              <a:rect l="l" t="t" r="r" b="b"/>
              <a:pathLst>
                <a:path w="1384" h="1379" extrusionOk="0">
                  <a:moveTo>
                    <a:pt x="692" y="1"/>
                  </a:moveTo>
                  <a:cubicBezTo>
                    <a:pt x="310" y="1"/>
                    <a:pt x="0" y="311"/>
                    <a:pt x="0" y="693"/>
                  </a:cubicBezTo>
                  <a:cubicBezTo>
                    <a:pt x="0" y="1074"/>
                    <a:pt x="310" y="1378"/>
                    <a:pt x="692" y="1378"/>
                  </a:cubicBezTo>
                  <a:cubicBezTo>
                    <a:pt x="1074" y="1378"/>
                    <a:pt x="1384" y="1074"/>
                    <a:pt x="1384" y="693"/>
                  </a:cubicBezTo>
                  <a:cubicBezTo>
                    <a:pt x="1384" y="311"/>
                    <a:pt x="1074" y="1"/>
                    <a:pt x="6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1"/>
            <p:cNvSpPr/>
            <p:nvPr/>
          </p:nvSpPr>
          <p:spPr>
            <a:xfrm>
              <a:off x="3361409" y="4092767"/>
              <a:ext cx="35829" cy="49735"/>
            </a:xfrm>
            <a:custGeom>
              <a:avLst/>
              <a:gdLst/>
              <a:ahLst/>
              <a:cxnLst/>
              <a:rect l="l" t="t" r="r" b="b"/>
              <a:pathLst>
                <a:path w="353" h="490" extrusionOk="0">
                  <a:moveTo>
                    <a:pt x="102" y="1"/>
                  </a:moveTo>
                  <a:cubicBezTo>
                    <a:pt x="49" y="1"/>
                    <a:pt x="1" y="108"/>
                    <a:pt x="1" y="245"/>
                  </a:cubicBezTo>
                  <a:cubicBezTo>
                    <a:pt x="1" y="376"/>
                    <a:pt x="49" y="490"/>
                    <a:pt x="102" y="490"/>
                  </a:cubicBezTo>
                  <a:lnTo>
                    <a:pt x="251" y="490"/>
                  </a:lnTo>
                  <a:cubicBezTo>
                    <a:pt x="305" y="490"/>
                    <a:pt x="353" y="376"/>
                    <a:pt x="353" y="245"/>
                  </a:cubicBezTo>
                  <a:cubicBezTo>
                    <a:pt x="353" y="108"/>
                    <a:pt x="305" y="1"/>
                    <a:pt x="251" y="1"/>
                  </a:cubicBez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4148552" y="3307851"/>
              <a:ext cx="73182" cy="137736"/>
            </a:xfrm>
            <a:custGeom>
              <a:avLst/>
              <a:gdLst/>
              <a:ahLst/>
              <a:cxnLst/>
              <a:rect l="l" t="t" r="r" b="b"/>
              <a:pathLst>
                <a:path w="721" h="1357" extrusionOk="0">
                  <a:moveTo>
                    <a:pt x="49" y="1"/>
                  </a:moveTo>
                  <a:cubicBezTo>
                    <a:pt x="24" y="1"/>
                    <a:pt x="0" y="19"/>
                    <a:pt x="0" y="51"/>
                  </a:cubicBezTo>
                  <a:lnTo>
                    <a:pt x="0" y="981"/>
                  </a:lnTo>
                  <a:cubicBezTo>
                    <a:pt x="0" y="1010"/>
                    <a:pt x="26" y="1031"/>
                    <a:pt x="51" y="1031"/>
                  </a:cubicBezTo>
                  <a:cubicBezTo>
                    <a:pt x="63" y="1031"/>
                    <a:pt x="74" y="1026"/>
                    <a:pt x="84" y="1017"/>
                  </a:cubicBezTo>
                  <a:lnTo>
                    <a:pt x="263" y="838"/>
                  </a:lnTo>
                  <a:lnTo>
                    <a:pt x="400" y="1292"/>
                  </a:lnTo>
                  <a:cubicBezTo>
                    <a:pt x="414" y="1330"/>
                    <a:pt x="447" y="1357"/>
                    <a:pt x="485" y="1357"/>
                  </a:cubicBezTo>
                  <a:cubicBezTo>
                    <a:pt x="494" y="1357"/>
                    <a:pt x="503" y="1355"/>
                    <a:pt x="513" y="1351"/>
                  </a:cubicBezTo>
                  <a:lnTo>
                    <a:pt x="543" y="1345"/>
                  </a:lnTo>
                  <a:cubicBezTo>
                    <a:pt x="591" y="1333"/>
                    <a:pt x="620" y="1274"/>
                    <a:pt x="597" y="1220"/>
                  </a:cubicBezTo>
                  <a:lnTo>
                    <a:pt x="400" y="785"/>
                  </a:lnTo>
                  <a:lnTo>
                    <a:pt x="656" y="803"/>
                  </a:lnTo>
                  <a:cubicBezTo>
                    <a:pt x="658" y="803"/>
                    <a:pt x="660" y="803"/>
                    <a:pt x="663" y="803"/>
                  </a:cubicBezTo>
                  <a:cubicBezTo>
                    <a:pt x="700" y="803"/>
                    <a:pt x="721" y="753"/>
                    <a:pt x="698" y="725"/>
                  </a:cubicBezTo>
                  <a:lnTo>
                    <a:pt x="84" y="15"/>
                  </a:lnTo>
                  <a:cubicBezTo>
                    <a:pt x="74" y="5"/>
                    <a:pt x="61" y="1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1"/>
            <p:cNvSpPr/>
            <p:nvPr/>
          </p:nvSpPr>
          <p:spPr>
            <a:xfrm>
              <a:off x="2808024" y="1213965"/>
              <a:ext cx="875640" cy="793121"/>
            </a:xfrm>
            <a:custGeom>
              <a:avLst/>
              <a:gdLst/>
              <a:ahLst/>
              <a:cxnLst/>
              <a:rect l="l" t="t" r="r" b="b"/>
              <a:pathLst>
                <a:path w="8627" h="7814" extrusionOk="0">
                  <a:moveTo>
                    <a:pt x="4314" y="0"/>
                  </a:moveTo>
                  <a:cubicBezTo>
                    <a:pt x="1928" y="0"/>
                    <a:pt x="1" y="1933"/>
                    <a:pt x="1" y="4313"/>
                  </a:cubicBezTo>
                  <a:lnTo>
                    <a:pt x="1" y="6341"/>
                  </a:lnTo>
                  <a:cubicBezTo>
                    <a:pt x="1" y="6341"/>
                    <a:pt x="274" y="6521"/>
                    <a:pt x="696" y="6521"/>
                  </a:cubicBezTo>
                  <a:cubicBezTo>
                    <a:pt x="908" y="6521"/>
                    <a:pt x="1156" y="6476"/>
                    <a:pt x="1427" y="6341"/>
                  </a:cubicBezTo>
                  <a:lnTo>
                    <a:pt x="1427" y="4313"/>
                  </a:lnTo>
                  <a:cubicBezTo>
                    <a:pt x="1427" y="2720"/>
                    <a:pt x="2721" y="1432"/>
                    <a:pt x="4314" y="1432"/>
                  </a:cubicBezTo>
                  <a:cubicBezTo>
                    <a:pt x="5906" y="1432"/>
                    <a:pt x="7195" y="2720"/>
                    <a:pt x="7195" y="4313"/>
                  </a:cubicBezTo>
                  <a:lnTo>
                    <a:pt x="7195" y="6341"/>
                  </a:lnTo>
                  <a:lnTo>
                    <a:pt x="7195" y="7814"/>
                  </a:lnTo>
                  <a:lnTo>
                    <a:pt x="8626" y="7814"/>
                  </a:lnTo>
                  <a:lnTo>
                    <a:pt x="8626" y="6341"/>
                  </a:lnTo>
                  <a:lnTo>
                    <a:pt x="8626" y="4313"/>
                  </a:lnTo>
                  <a:cubicBezTo>
                    <a:pt x="8626" y="1933"/>
                    <a:pt x="6693" y="0"/>
                    <a:pt x="4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1"/>
            <p:cNvSpPr/>
            <p:nvPr/>
          </p:nvSpPr>
          <p:spPr>
            <a:xfrm>
              <a:off x="2723880" y="1993095"/>
              <a:ext cx="1043927" cy="1438052"/>
            </a:xfrm>
            <a:custGeom>
              <a:avLst/>
              <a:gdLst/>
              <a:ahLst/>
              <a:cxnLst/>
              <a:rect l="l" t="t" r="r" b="b"/>
              <a:pathLst>
                <a:path w="10285" h="14168" extrusionOk="0">
                  <a:moveTo>
                    <a:pt x="687" y="1"/>
                  </a:moveTo>
                  <a:cubicBezTo>
                    <a:pt x="305" y="1"/>
                    <a:pt x="1" y="311"/>
                    <a:pt x="1" y="693"/>
                  </a:cubicBezTo>
                  <a:lnTo>
                    <a:pt x="1" y="13499"/>
                  </a:lnTo>
                  <a:cubicBezTo>
                    <a:pt x="1" y="13869"/>
                    <a:pt x="293" y="14167"/>
                    <a:pt x="663" y="14167"/>
                  </a:cubicBezTo>
                  <a:lnTo>
                    <a:pt x="9622" y="14167"/>
                  </a:lnTo>
                  <a:cubicBezTo>
                    <a:pt x="9986" y="14167"/>
                    <a:pt x="10284" y="13869"/>
                    <a:pt x="10284" y="13499"/>
                  </a:cubicBezTo>
                  <a:lnTo>
                    <a:pt x="10284" y="663"/>
                  </a:lnTo>
                  <a:cubicBezTo>
                    <a:pt x="10284" y="299"/>
                    <a:pt x="9986" y="1"/>
                    <a:pt x="96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3073856" y="3148899"/>
              <a:ext cx="343375" cy="159964"/>
            </a:xfrm>
            <a:custGeom>
              <a:avLst/>
              <a:gdLst/>
              <a:ahLst/>
              <a:cxnLst/>
              <a:rect l="l" t="t" r="r" b="b"/>
              <a:pathLst>
                <a:path w="3383" h="1576" fill="none" extrusionOk="0">
                  <a:moveTo>
                    <a:pt x="2762" y="1575"/>
                  </a:moveTo>
                  <a:lnTo>
                    <a:pt x="621" y="1575"/>
                  </a:lnTo>
                  <a:cubicBezTo>
                    <a:pt x="281" y="1575"/>
                    <a:pt x="1" y="1295"/>
                    <a:pt x="1" y="955"/>
                  </a:cubicBezTo>
                  <a:lnTo>
                    <a:pt x="1" y="621"/>
                  </a:lnTo>
                  <a:cubicBezTo>
                    <a:pt x="1" y="281"/>
                    <a:pt x="281" y="1"/>
                    <a:pt x="621" y="1"/>
                  </a:cubicBezTo>
                  <a:lnTo>
                    <a:pt x="2762" y="1"/>
                  </a:lnTo>
                  <a:cubicBezTo>
                    <a:pt x="3108" y="1"/>
                    <a:pt x="3383" y="281"/>
                    <a:pt x="3383" y="621"/>
                  </a:cubicBezTo>
                  <a:lnTo>
                    <a:pt x="3383" y="955"/>
                  </a:lnTo>
                  <a:cubicBezTo>
                    <a:pt x="3383" y="1295"/>
                    <a:pt x="3108" y="1575"/>
                    <a:pt x="2762" y="157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596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1"/>
            <p:cNvSpPr/>
            <p:nvPr/>
          </p:nvSpPr>
          <p:spPr>
            <a:xfrm>
              <a:off x="3089589" y="2439907"/>
              <a:ext cx="60697" cy="98252"/>
            </a:xfrm>
            <a:custGeom>
              <a:avLst/>
              <a:gdLst/>
              <a:ahLst/>
              <a:cxnLst/>
              <a:rect l="l" t="t" r="r" b="b"/>
              <a:pathLst>
                <a:path w="598" h="968" extrusionOk="0">
                  <a:moveTo>
                    <a:pt x="1" y="1"/>
                  </a:moveTo>
                  <a:lnTo>
                    <a:pt x="1" y="967"/>
                  </a:lnTo>
                  <a:lnTo>
                    <a:pt x="597" y="967"/>
                  </a:lnTo>
                  <a:lnTo>
                    <a:pt x="597" y="860"/>
                  </a:lnTo>
                  <a:lnTo>
                    <a:pt x="126" y="860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1"/>
            <p:cNvSpPr/>
            <p:nvPr/>
          </p:nvSpPr>
          <p:spPr>
            <a:xfrm>
              <a:off x="3158610" y="2462948"/>
              <a:ext cx="67903" cy="76937"/>
            </a:xfrm>
            <a:custGeom>
              <a:avLst/>
              <a:gdLst/>
              <a:ahLst/>
              <a:cxnLst/>
              <a:rect l="l" t="t" r="r" b="b"/>
              <a:pathLst>
                <a:path w="669" h="758" extrusionOk="0">
                  <a:moveTo>
                    <a:pt x="335" y="102"/>
                  </a:moveTo>
                  <a:cubicBezTo>
                    <a:pt x="400" y="102"/>
                    <a:pt x="448" y="126"/>
                    <a:pt x="484" y="173"/>
                  </a:cubicBezTo>
                  <a:cubicBezTo>
                    <a:pt x="526" y="227"/>
                    <a:pt x="543" y="293"/>
                    <a:pt x="543" y="376"/>
                  </a:cubicBezTo>
                  <a:cubicBezTo>
                    <a:pt x="543" y="466"/>
                    <a:pt x="526" y="531"/>
                    <a:pt x="484" y="585"/>
                  </a:cubicBezTo>
                  <a:cubicBezTo>
                    <a:pt x="448" y="633"/>
                    <a:pt x="400" y="657"/>
                    <a:pt x="335" y="657"/>
                  </a:cubicBezTo>
                  <a:cubicBezTo>
                    <a:pt x="269" y="657"/>
                    <a:pt x="221" y="633"/>
                    <a:pt x="186" y="585"/>
                  </a:cubicBezTo>
                  <a:cubicBezTo>
                    <a:pt x="144" y="531"/>
                    <a:pt x="126" y="466"/>
                    <a:pt x="126" y="376"/>
                  </a:cubicBezTo>
                  <a:cubicBezTo>
                    <a:pt x="126" y="293"/>
                    <a:pt x="144" y="221"/>
                    <a:pt x="186" y="173"/>
                  </a:cubicBezTo>
                  <a:cubicBezTo>
                    <a:pt x="221" y="126"/>
                    <a:pt x="269" y="102"/>
                    <a:pt x="335" y="102"/>
                  </a:cubicBezTo>
                  <a:close/>
                  <a:moveTo>
                    <a:pt x="335" y="0"/>
                  </a:moveTo>
                  <a:cubicBezTo>
                    <a:pt x="233" y="0"/>
                    <a:pt x="150" y="30"/>
                    <a:pt x="90" y="102"/>
                  </a:cubicBezTo>
                  <a:cubicBezTo>
                    <a:pt x="30" y="167"/>
                    <a:pt x="1" y="257"/>
                    <a:pt x="1" y="376"/>
                  </a:cubicBezTo>
                  <a:cubicBezTo>
                    <a:pt x="1" y="495"/>
                    <a:pt x="30" y="591"/>
                    <a:pt x="90" y="657"/>
                  </a:cubicBezTo>
                  <a:cubicBezTo>
                    <a:pt x="150" y="728"/>
                    <a:pt x="233" y="758"/>
                    <a:pt x="335" y="758"/>
                  </a:cubicBezTo>
                  <a:cubicBezTo>
                    <a:pt x="436" y="758"/>
                    <a:pt x="520" y="728"/>
                    <a:pt x="579" y="657"/>
                  </a:cubicBezTo>
                  <a:cubicBezTo>
                    <a:pt x="639" y="591"/>
                    <a:pt x="669" y="495"/>
                    <a:pt x="669" y="376"/>
                  </a:cubicBezTo>
                  <a:cubicBezTo>
                    <a:pt x="669" y="257"/>
                    <a:pt x="639" y="167"/>
                    <a:pt x="579" y="102"/>
                  </a:cubicBezTo>
                  <a:cubicBezTo>
                    <a:pt x="520" y="30"/>
                    <a:pt x="436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1"/>
            <p:cNvSpPr/>
            <p:nvPr/>
          </p:nvSpPr>
          <p:spPr>
            <a:xfrm>
              <a:off x="3234330" y="2462948"/>
              <a:ext cx="66077" cy="103022"/>
            </a:xfrm>
            <a:custGeom>
              <a:avLst/>
              <a:gdLst/>
              <a:ahLst/>
              <a:cxnLst/>
              <a:rect l="l" t="t" r="r" b="b"/>
              <a:pathLst>
                <a:path w="651" h="1015" extrusionOk="0">
                  <a:moveTo>
                    <a:pt x="328" y="96"/>
                  </a:moveTo>
                  <a:cubicBezTo>
                    <a:pt x="394" y="96"/>
                    <a:pt x="442" y="120"/>
                    <a:pt x="477" y="167"/>
                  </a:cubicBezTo>
                  <a:cubicBezTo>
                    <a:pt x="513" y="215"/>
                    <a:pt x="531" y="281"/>
                    <a:pt x="531" y="370"/>
                  </a:cubicBezTo>
                  <a:cubicBezTo>
                    <a:pt x="531" y="454"/>
                    <a:pt x="513" y="525"/>
                    <a:pt x="477" y="567"/>
                  </a:cubicBezTo>
                  <a:cubicBezTo>
                    <a:pt x="442" y="615"/>
                    <a:pt x="394" y="639"/>
                    <a:pt x="328" y="639"/>
                  </a:cubicBezTo>
                  <a:cubicBezTo>
                    <a:pt x="263" y="639"/>
                    <a:pt x="215" y="615"/>
                    <a:pt x="179" y="567"/>
                  </a:cubicBezTo>
                  <a:cubicBezTo>
                    <a:pt x="143" y="525"/>
                    <a:pt x="125" y="454"/>
                    <a:pt x="125" y="370"/>
                  </a:cubicBezTo>
                  <a:cubicBezTo>
                    <a:pt x="125" y="281"/>
                    <a:pt x="143" y="215"/>
                    <a:pt x="179" y="167"/>
                  </a:cubicBezTo>
                  <a:cubicBezTo>
                    <a:pt x="215" y="120"/>
                    <a:pt x="263" y="96"/>
                    <a:pt x="328" y="96"/>
                  </a:cubicBezTo>
                  <a:close/>
                  <a:moveTo>
                    <a:pt x="298" y="0"/>
                  </a:moveTo>
                  <a:cubicBezTo>
                    <a:pt x="209" y="0"/>
                    <a:pt x="137" y="30"/>
                    <a:pt x="84" y="102"/>
                  </a:cubicBezTo>
                  <a:cubicBezTo>
                    <a:pt x="30" y="167"/>
                    <a:pt x="0" y="257"/>
                    <a:pt x="0" y="370"/>
                  </a:cubicBezTo>
                  <a:cubicBezTo>
                    <a:pt x="0" y="484"/>
                    <a:pt x="30" y="573"/>
                    <a:pt x="84" y="639"/>
                  </a:cubicBezTo>
                  <a:cubicBezTo>
                    <a:pt x="137" y="704"/>
                    <a:pt x="209" y="740"/>
                    <a:pt x="298" y="740"/>
                  </a:cubicBezTo>
                  <a:cubicBezTo>
                    <a:pt x="352" y="740"/>
                    <a:pt x="400" y="728"/>
                    <a:pt x="436" y="710"/>
                  </a:cubicBezTo>
                  <a:cubicBezTo>
                    <a:pt x="471" y="686"/>
                    <a:pt x="507" y="657"/>
                    <a:pt x="531" y="615"/>
                  </a:cubicBezTo>
                  <a:lnTo>
                    <a:pt x="531" y="674"/>
                  </a:lnTo>
                  <a:cubicBezTo>
                    <a:pt x="531" y="752"/>
                    <a:pt x="513" y="818"/>
                    <a:pt x="471" y="859"/>
                  </a:cubicBezTo>
                  <a:cubicBezTo>
                    <a:pt x="436" y="895"/>
                    <a:pt x="376" y="919"/>
                    <a:pt x="298" y="919"/>
                  </a:cubicBezTo>
                  <a:cubicBezTo>
                    <a:pt x="263" y="919"/>
                    <a:pt x="227" y="913"/>
                    <a:pt x="191" y="907"/>
                  </a:cubicBezTo>
                  <a:cubicBezTo>
                    <a:pt x="161" y="895"/>
                    <a:pt x="125" y="883"/>
                    <a:pt x="90" y="865"/>
                  </a:cubicBezTo>
                  <a:lnTo>
                    <a:pt x="90" y="979"/>
                  </a:lnTo>
                  <a:cubicBezTo>
                    <a:pt x="125" y="991"/>
                    <a:pt x="161" y="1002"/>
                    <a:pt x="197" y="1008"/>
                  </a:cubicBezTo>
                  <a:cubicBezTo>
                    <a:pt x="233" y="1014"/>
                    <a:pt x="275" y="1014"/>
                    <a:pt x="316" y="1014"/>
                  </a:cubicBezTo>
                  <a:cubicBezTo>
                    <a:pt x="430" y="1014"/>
                    <a:pt x="513" y="985"/>
                    <a:pt x="567" y="925"/>
                  </a:cubicBezTo>
                  <a:cubicBezTo>
                    <a:pt x="621" y="865"/>
                    <a:pt x="650" y="776"/>
                    <a:pt x="650" y="651"/>
                  </a:cubicBezTo>
                  <a:lnTo>
                    <a:pt x="650" y="18"/>
                  </a:lnTo>
                  <a:lnTo>
                    <a:pt x="531" y="18"/>
                  </a:lnTo>
                  <a:lnTo>
                    <a:pt x="531" y="126"/>
                  </a:lnTo>
                  <a:cubicBezTo>
                    <a:pt x="507" y="84"/>
                    <a:pt x="471" y="48"/>
                    <a:pt x="436" y="30"/>
                  </a:cubicBezTo>
                  <a:cubicBezTo>
                    <a:pt x="400" y="6"/>
                    <a:pt x="352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1"/>
            <p:cNvSpPr/>
            <p:nvPr/>
          </p:nvSpPr>
          <p:spPr>
            <a:xfrm>
              <a:off x="3315429" y="2435644"/>
              <a:ext cx="12180" cy="102515"/>
            </a:xfrm>
            <a:custGeom>
              <a:avLst/>
              <a:gdLst/>
              <a:ahLst/>
              <a:cxnLst/>
              <a:rect l="l" t="t" r="r" b="b"/>
              <a:pathLst>
                <a:path w="120" h="1010" extrusionOk="0">
                  <a:moveTo>
                    <a:pt x="0" y="1"/>
                  </a:moveTo>
                  <a:lnTo>
                    <a:pt x="0" y="156"/>
                  </a:lnTo>
                  <a:lnTo>
                    <a:pt x="120" y="156"/>
                  </a:lnTo>
                  <a:lnTo>
                    <a:pt x="120" y="1"/>
                  </a:lnTo>
                  <a:close/>
                  <a:moveTo>
                    <a:pt x="0" y="287"/>
                  </a:moveTo>
                  <a:lnTo>
                    <a:pt x="0" y="1009"/>
                  </a:lnTo>
                  <a:lnTo>
                    <a:pt x="120" y="1009"/>
                  </a:lnTo>
                  <a:lnTo>
                    <a:pt x="120" y="2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1"/>
            <p:cNvSpPr/>
            <p:nvPr/>
          </p:nvSpPr>
          <p:spPr>
            <a:xfrm>
              <a:off x="3351767" y="2462948"/>
              <a:ext cx="61814" cy="75212"/>
            </a:xfrm>
            <a:custGeom>
              <a:avLst/>
              <a:gdLst/>
              <a:ahLst/>
              <a:cxnLst/>
              <a:rect l="l" t="t" r="r" b="b"/>
              <a:pathLst>
                <a:path w="609" h="741" extrusionOk="0">
                  <a:moveTo>
                    <a:pt x="352" y="0"/>
                  </a:moveTo>
                  <a:cubicBezTo>
                    <a:pt x="305" y="0"/>
                    <a:pt x="257" y="6"/>
                    <a:pt x="221" y="30"/>
                  </a:cubicBezTo>
                  <a:cubicBezTo>
                    <a:pt x="179" y="54"/>
                    <a:pt x="149" y="84"/>
                    <a:pt x="120" y="126"/>
                  </a:cubicBezTo>
                  <a:lnTo>
                    <a:pt x="120" y="18"/>
                  </a:lnTo>
                  <a:lnTo>
                    <a:pt x="0" y="18"/>
                  </a:lnTo>
                  <a:lnTo>
                    <a:pt x="0" y="740"/>
                  </a:lnTo>
                  <a:lnTo>
                    <a:pt x="120" y="740"/>
                  </a:lnTo>
                  <a:lnTo>
                    <a:pt x="120" y="328"/>
                  </a:lnTo>
                  <a:cubicBezTo>
                    <a:pt x="120" y="263"/>
                    <a:pt x="138" y="203"/>
                    <a:pt x="173" y="161"/>
                  </a:cubicBezTo>
                  <a:cubicBezTo>
                    <a:pt x="215" y="120"/>
                    <a:pt x="263" y="102"/>
                    <a:pt x="328" y="102"/>
                  </a:cubicBezTo>
                  <a:cubicBezTo>
                    <a:pt x="382" y="102"/>
                    <a:pt x="424" y="120"/>
                    <a:pt x="448" y="155"/>
                  </a:cubicBezTo>
                  <a:cubicBezTo>
                    <a:pt x="478" y="185"/>
                    <a:pt x="489" y="239"/>
                    <a:pt x="489" y="305"/>
                  </a:cubicBezTo>
                  <a:lnTo>
                    <a:pt x="489" y="740"/>
                  </a:lnTo>
                  <a:lnTo>
                    <a:pt x="609" y="740"/>
                  </a:lnTo>
                  <a:lnTo>
                    <a:pt x="609" y="305"/>
                  </a:lnTo>
                  <a:cubicBezTo>
                    <a:pt x="609" y="203"/>
                    <a:pt x="585" y="126"/>
                    <a:pt x="543" y="78"/>
                  </a:cubicBezTo>
                  <a:cubicBezTo>
                    <a:pt x="501" y="24"/>
                    <a:pt x="436" y="0"/>
                    <a:pt x="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1"/>
            <p:cNvSpPr/>
            <p:nvPr/>
          </p:nvSpPr>
          <p:spPr>
            <a:xfrm>
              <a:off x="2902522" y="2636110"/>
              <a:ext cx="686648" cy="159355"/>
            </a:xfrm>
            <a:custGeom>
              <a:avLst/>
              <a:gdLst/>
              <a:ahLst/>
              <a:cxnLst/>
              <a:rect l="l" t="t" r="r" b="b"/>
              <a:pathLst>
                <a:path w="6765" h="1570" extrusionOk="0">
                  <a:moveTo>
                    <a:pt x="162" y="0"/>
                  </a:moveTo>
                  <a:cubicBezTo>
                    <a:pt x="72" y="0"/>
                    <a:pt x="0" y="72"/>
                    <a:pt x="0" y="161"/>
                  </a:cubicBezTo>
                  <a:lnTo>
                    <a:pt x="0" y="1414"/>
                  </a:lnTo>
                  <a:cubicBezTo>
                    <a:pt x="0" y="1497"/>
                    <a:pt x="72" y="1569"/>
                    <a:pt x="162" y="1569"/>
                  </a:cubicBezTo>
                  <a:lnTo>
                    <a:pt x="6604" y="1569"/>
                  </a:lnTo>
                  <a:cubicBezTo>
                    <a:pt x="6693" y="1569"/>
                    <a:pt x="6765" y="1497"/>
                    <a:pt x="6765" y="1414"/>
                  </a:cubicBezTo>
                  <a:lnTo>
                    <a:pt x="6765" y="161"/>
                  </a:lnTo>
                  <a:cubicBezTo>
                    <a:pt x="6765" y="72"/>
                    <a:pt x="6693" y="0"/>
                    <a:pt x="66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1"/>
            <p:cNvSpPr/>
            <p:nvPr/>
          </p:nvSpPr>
          <p:spPr>
            <a:xfrm>
              <a:off x="2974588" y="2689399"/>
              <a:ext cx="38265" cy="50953"/>
            </a:xfrm>
            <a:custGeom>
              <a:avLst/>
              <a:gdLst/>
              <a:ahLst/>
              <a:cxnLst/>
              <a:rect l="l" t="t" r="r" b="b"/>
              <a:pathLst>
                <a:path w="377" h="502" extrusionOk="0">
                  <a:moveTo>
                    <a:pt x="0" y="0"/>
                  </a:moveTo>
                  <a:lnTo>
                    <a:pt x="0" y="304"/>
                  </a:lnTo>
                  <a:cubicBezTo>
                    <a:pt x="0" y="370"/>
                    <a:pt x="18" y="418"/>
                    <a:pt x="48" y="448"/>
                  </a:cubicBezTo>
                  <a:cubicBezTo>
                    <a:pt x="84" y="483"/>
                    <a:pt x="126" y="501"/>
                    <a:pt x="191" y="501"/>
                  </a:cubicBezTo>
                  <a:cubicBezTo>
                    <a:pt x="251" y="501"/>
                    <a:pt x="299" y="483"/>
                    <a:pt x="328" y="448"/>
                  </a:cubicBezTo>
                  <a:cubicBezTo>
                    <a:pt x="358" y="418"/>
                    <a:pt x="376" y="370"/>
                    <a:pt x="376" y="304"/>
                  </a:cubicBezTo>
                  <a:lnTo>
                    <a:pt x="376" y="0"/>
                  </a:lnTo>
                  <a:lnTo>
                    <a:pt x="310" y="0"/>
                  </a:lnTo>
                  <a:lnTo>
                    <a:pt x="310" y="298"/>
                  </a:lnTo>
                  <a:cubicBezTo>
                    <a:pt x="310" y="352"/>
                    <a:pt x="299" y="388"/>
                    <a:pt x="281" y="412"/>
                  </a:cubicBezTo>
                  <a:cubicBezTo>
                    <a:pt x="263" y="436"/>
                    <a:pt x="233" y="448"/>
                    <a:pt x="191" y="448"/>
                  </a:cubicBezTo>
                  <a:cubicBezTo>
                    <a:pt x="149" y="448"/>
                    <a:pt x="114" y="436"/>
                    <a:pt x="96" y="412"/>
                  </a:cubicBezTo>
                  <a:cubicBezTo>
                    <a:pt x="78" y="388"/>
                    <a:pt x="66" y="352"/>
                    <a:pt x="66" y="298"/>
                  </a:cubicBezTo>
                  <a:lnTo>
                    <a:pt x="66" y="0"/>
                  </a:ln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1"/>
            <p:cNvSpPr/>
            <p:nvPr/>
          </p:nvSpPr>
          <p:spPr>
            <a:xfrm>
              <a:off x="3018741" y="2700869"/>
              <a:ext cx="28623" cy="39483"/>
            </a:xfrm>
            <a:custGeom>
              <a:avLst/>
              <a:gdLst/>
              <a:ahLst/>
              <a:cxnLst/>
              <a:rect l="l" t="t" r="r" b="b"/>
              <a:pathLst>
                <a:path w="282" h="389" extrusionOk="0">
                  <a:moveTo>
                    <a:pt x="144" y="1"/>
                  </a:moveTo>
                  <a:cubicBezTo>
                    <a:pt x="102" y="1"/>
                    <a:pt x="66" y="12"/>
                    <a:pt x="42" y="30"/>
                  </a:cubicBezTo>
                  <a:cubicBezTo>
                    <a:pt x="19" y="48"/>
                    <a:pt x="7" y="72"/>
                    <a:pt x="7" y="108"/>
                  </a:cubicBezTo>
                  <a:cubicBezTo>
                    <a:pt x="7" y="138"/>
                    <a:pt x="13" y="162"/>
                    <a:pt x="31" y="174"/>
                  </a:cubicBezTo>
                  <a:cubicBezTo>
                    <a:pt x="48" y="191"/>
                    <a:pt x="72" y="203"/>
                    <a:pt x="108" y="209"/>
                  </a:cubicBezTo>
                  <a:lnTo>
                    <a:pt x="132" y="215"/>
                  </a:lnTo>
                  <a:cubicBezTo>
                    <a:pt x="168" y="227"/>
                    <a:pt x="192" y="233"/>
                    <a:pt x="204" y="239"/>
                  </a:cubicBezTo>
                  <a:cubicBezTo>
                    <a:pt x="215" y="251"/>
                    <a:pt x="221" y="263"/>
                    <a:pt x="221" y="281"/>
                  </a:cubicBezTo>
                  <a:cubicBezTo>
                    <a:pt x="221" y="299"/>
                    <a:pt x="215" y="311"/>
                    <a:pt x="198" y="323"/>
                  </a:cubicBezTo>
                  <a:cubicBezTo>
                    <a:pt x="180" y="329"/>
                    <a:pt x="162" y="335"/>
                    <a:pt x="132" y="335"/>
                  </a:cubicBezTo>
                  <a:cubicBezTo>
                    <a:pt x="114" y="335"/>
                    <a:pt x="90" y="335"/>
                    <a:pt x="66" y="329"/>
                  </a:cubicBezTo>
                  <a:cubicBezTo>
                    <a:pt x="48" y="323"/>
                    <a:pt x="25" y="311"/>
                    <a:pt x="1" y="299"/>
                  </a:cubicBezTo>
                  <a:lnTo>
                    <a:pt x="1" y="364"/>
                  </a:lnTo>
                  <a:cubicBezTo>
                    <a:pt x="25" y="370"/>
                    <a:pt x="48" y="376"/>
                    <a:pt x="72" y="382"/>
                  </a:cubicBezTo>
                  <a:cubicBezTo>
                    <a:pt x="90" y="382"/>
                    <a:pt x="114" y="388"/>
                    <a:pt x="132" y="388"/>
                  </a:cubicBezTo>
                  <a:cubicBezTo>
                    <a:pt x="180" y="388"/>
                    <a:pt x="215" y="376"/>
                    <a:pt x="239" y="358"/>
                  </a:cubicBezTo>
                  <a:cubicBezTo>
                    <a:pt x="269" y="335"/>
                    <a:pt x="281" y="311"/>
                    <a:pt x="281" y="275"/>
                  </a:cubicBezTo>
                  <a:cubicBezTo>
                    <a:pt x="281" y="245"/>
                    <a:pt x="275" y="221"/>
                    <a:pt x="257" y="203"/>
                  </a:cubicBezTo>
                  <a:cubicBezTo>
                    <a:pt x="239" y="191"/>
                    <a:pt x="209" y="174"/>
                    <a:pt x="162" y="168"/>
                  </a:cubicBezTo>
                  <a:lnTo>
                    <a:pt x="144" y="162"/>
                  </a:lnTo>
                  <a:cubicBezTo>
                    <a:pt x="114" y="156"/>
                    <a:pt x="90" y="150"/>
                    <a:pt x="78" y="138"/>
                  </a:cubicBezTo>
                  <a:cubicBezTo>
                    <a:pt x="66" y="132"/>
                    <a:pt x="60" y="120"/>
                    <a:pt x="60" y="108"/>
                  </a:cubicBezTo>
                  <a:cubicBezTo>
                    <a:pt x="60" y="90"/>
                    <a:pt x="72" y="72"/>
                    <a:pt x="84" y="66"/>
                  </a:cubicBezTo>
                  <a:cubicBezTo>
                    <a:pt x="102" y="54"/>
                    <a:pt x="120" y="48"/>
                    <a:pt x="156" y="48"/>
                  </a:cubicBezTo>
                  <a:cubicBezTo>
                    <a:pt x="174" y="48"/>
                    <a:pt x="192" y="54"/>
                    <a:pt x="209" y="60"/>
                  </a:cubicBezTo>
                  <a:cubicBezTo>
                    <a:pt x="227" y="60"/>
                    <a:pt x="245" y="66"/>
                    <a:pt x="263" y="78"/>
                  </a:cubicBezTo>
                  <a:lnTo>
                    <a:pt x="263" y="18"/>
                  </a:lnTo>
                  <a:cubicBezTo>
                    <a:pt x="245" y="12"/>
                    <a:pt x="227" y="7"/>
                    <a:pt x="209" y="7"/>
                  </a:cubicBezTo>
                  <a:cubicBezTo>
                    <a:pt x="192" y="1"/>
                    <a:pt x="168" y="1"/>
                    <a:pt x="144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1"/>
            <p:cNvSpPr/>
            <p:nvPr/>
          </p:nvSpPr>
          <p:spPr>
            <a:xfrm>
              <a:off x="3054469" y="2700869"/>
              <a:ext cx="34612" cy="39483"/>
            </a:xfrm>
            <a:custGeom>
              <a:avLst/>
              <a:gdLst/>
              <a:ahLst/>
              <a:cxnLst/>
              <a:rect l="l" t="t" r="r" b="b"/>
              <a:pathLst>
                <a:path w="341" h="389" extrusionOk="0">
                  <a:moveTo>
                    <a:pt x="180" y="54"/>
                  </a:moveTo>
                  <a:cubicBezTo>
                    <a:pt x="209" y="54"/>
                    <a:pt x="233" y="60"/>
                    <a:pt x="251" y="84"/>
                  </a:cubicBezTo>
                  <a:cubicBezTo>
                    <a:pt x="269" y="102"/>
                    <a:pt x="281" y="126"/>
                    <a:pt x="281" y="162"/>
                  </a:cubicBezTo>
                  <a:lnTo>
                    <a:pt x="66" y="162"/>
                  </a:lnTo>
                  <a:cubicBezTo>
                    <a:pt x="66" y="126"/>
                    <a:pt x="78" y="102"/>
                    <a:pt x="96" y="78"/>
                  </a:cubicBezTo>
                  <a:cubicBezTo>
                    <a:pt x="120" y="60"/>
                    <a:pt x="144" y="54"/>
                    <a:pt x="180" y="54"/>
                  </a:cubicBezTo>
                  <a:close/>
                  <a:moveTo>
                    <a:pt x="180" y="1"/>
                  </a:moveTo>
                  <a:cubicBezTo>
                    <a:pt x="126" y="1"/>
                    <a:pt x="78" y="18"/>
                    <a:pt x="48" y="54"/>
                  </a:cubicBezTo>
                  <a:cubicBezTo>
                    <a:pt x="19" y="90"/>
                    <a:pt x="1" y="138"/>
                    <a:pt x="1" y="197"/>
                  </a:cubicBezTo>
                  <a:cubicBezTo>
                    <a:pt x="1" y="257"/>
                    <a:pt x="19" y="299"/>
                    <a:pt x="48" y="335"/>
                  </a:cubicBezTo>
                  <a:cubicBezTo>
                    <a:pt x="84" y="370"/>
                    <a:pt x="132" y="388"/>
                    <a:pt x="192" y="388"/>
                  </a:cubicBezTo>
                  <a:cubicBezTo>
                    <a:pt x="215" y="388"/>
                    <a:pt x="233" y="382"/>
                    <a:pt x="257" y="376"/>
                  </a:cubicBezTo>
                  <a:cubicBezTo>
                    <a:pt x="281" y="376"/>
                    <a:pt x="305" y="364"/>
                    <a:pt x="323" y="358"/>
                  </a:cubicBezTo>
                  <a:lnTo>
                    <a:pt x="323" y="299"/>
                  </a:lnTo>
                  <a:cubicBezTo>
                    <a:pt x="305" y="311"/>
                    <a:pt x="281" y="323"/>
                    <a:pt x="263" y="329"/>
                  </a:cubicBezTo>
                  <a:cubicBezTo>
                    <a:pt x="239" y="335"/>
                    <a:pt x="215" y="335"/>
                    <a:pt x="192" y="335"/>
                  </a:cubicBezTo>
                  <a:cubicBezTo>
                    <a:pt x="156" y="335"/>
                    <a:pt x="120" y="323"/>
                    <a:pt x="102" y="305"/>
                  </a:cubicBezTo>
                  <a:cubicBezTo>
                    <a:pt x="78" y="281"/>
                    <a:pt x="66" y="251"/>
                    <a:pt x="60" y="209"/>
                  </a:cubicBezTo>
                  <a:lnTo>
                    <a:pt x="341" y="209"/>
                  </a:lnTo>
                  <a:lnTo>
                    <a:pt x="341" y="179"/>
                  </a:lnTo>
                  <a:cubicBezTo>
                    <a:pt x="341" y="126"/>
                    <a:pt x="323" y="78"/>
                    <a:pt x="299" y="48"/>
                  </a:cubicBezTo>
                  <a:cubicBezTo>
                    <a:pt x="269" y="18"/>
                    <a:pt x="227" y="1"/>
                    <a:pt x="180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1"/>
            <p:cNvSpPr/>
            <p:nvPr/>
          </p:nvSpPr>
          <p:spPr>
            <a:xfrm>
              <a:off x="3092634" y="2700869"/>
              <a:ext cx="21924" cy="38265"/>
            </a:xfrm>
            <a:custGeom>
              <a:avLst/>
              <a:gdLst/>
              <a:ahLst/>
              <a:cxnLst/>
              <a:rect l="l" t="t" r="r" b="b"/>
              <a:pathLst>
                <a:path w="216" h="377" extrusionOk="0">
                  <a:moveTo>
                    <a:pt x="179" y="1"/>
                  </a:moveTo>
                  <a:cubicBezTo>
                    <a:pt x="156" y="1"/>
                    <a:pt x="126" y="7"/>
                    <a:pt x="108" y="18"/>
                  </a:cubicBezTo>
                  <a:cubicBezTo>
                    <a:pt x="90" y="30"/>
                    <a:pt x="72" y="42"/>
                    <a:pt x="60" y="66"/>
                  </a:cubicBezTo>
                  <a:lnTo>
                    <a:pt x="60" y="12"/>
                  </a:lnTo>
                  <a:lnTo>
                    <a:pt x="0" y="12"/>
                  </a:lnTo>
                  <a:lnTo>
                    <a:pt x="0" y="376"/>
                  </a:lnTo>
                  <a:lnTo>
                    <a:pt x="60" y="376"/>
                  </a:lnTo>
                  <a:lnTo>
                    <a:pt x="60" y="185"/>
                  </a:lnTo>
                  <a:cubicBezTo>
                    <a:pt x="60" y="144"/>
                    <a:pt x="66" y="108"/>
                    <a:pt x="84" y="90"/>
                  </a:cubicBezTo>
                  <a:cubicBezTo>
                    <a:pt x="102" y="66"/>
                    <a:pt x="132" y="54"/>
                    <a:pt x="161" y="54"/>
                  </a:cubicBezTo>
                  <a:cubicBezTo>
                    <a:pt x="173" y="54"/>
                    <a:pt x="185" y="54"/>
                    <a:pt x="191" y="60"/>
                  </a:cubicBezTo>
                  <a:cubicBezTo>
                    <a:pt x="197" y="60"/>
                    <a:pt x="203" y="60"/>
                    <a:pt x="215" y="66"/>
                  </a:cubicBezTo>
                  <a:lnTo>
                    <a:pt x="209" y="7"/>
                  </a:lnTo>
                  <a:cubicBezTo>
                    <a:pt x="203" y="1"/>
                    <a:pt x="203" y="1"/>
                    <a:pt x="197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1"/>
            <p:cNvSpPr/>
            <p:nvPr/>
          </p:nvSpPr>
          <p:spPr>
            <a:xfrm>
              <a:off x="3116284" y="2700869"/>
              <a:ext cx="30958" cy="38265"/>
            </a:xfrm>
            <a:custGeom>
              <a:avLst/>
              <a:gdLst/>
              <a:ahLst/>
              <a:cxnLst/>
              <a:rect l="l" t="t" r="r" b="b"/>
              <a:pathLst>
                <a:path w="305" h="377" extrusionOk="0">
                  <a:moveTo>
                    <a:pt x="179" y="1"/>
                  </a:moveTo>
                  <a:cubicBezTo>
                    <a:pt x="155" y="1"/>
                    <a:pt x="131" y="7"/>
                    <a:pt x="113" y="18"/>
                  </a:cubicBezTo>
                  <a:cubicBezTo>
                    <a:pt x="90" y="30"/>
                    <a:pt x="78" y="42"/>
                    <a:pt x="60" y="66"/>
                  </a:cubicBezTo>
                  <a:lnTo>
                    <a:pt x="60" y="12"/>
                  </a:lnTo>
                  <a:lnTo>
                    <a:pt x="0" y="12"/>
                  </a:lnTo>
                  <a:lnTo>
                    <a:pt x="0" y="376"/>
                  </a:lnTo>
                  <a:lnTo>
                    <a:pt x="60" y="376"/>
                  </a:lnTo>
                  <a:lnTo>
                    <a:pt x="60" y="168"/>
                  </a:lnTo>
                  <a:cubicBezTo>
                    <a:pt x="60" y="132"/>
                    <a:pt x="72" y="108"/>
                    <a:pt x="90" y="84"/>
                  </a:cubicBezTo>
                  <a:cubicBezTo>
                    <a:pt x="107" y="66"/>
                    <a:pt x="131" y="54"/>
                    <a:pt x="167" y="54"/>
                  </a:cubicBezTo>
                  <a:cubicBezTo>
                    <a:pt x="191" y="54"/>
                    <a:pt x="215" y="60"/>
                    <a:pt x="227" y="78"/>
                  </a:cubicBezTo>
                  <a:cubicBezTo>
                    <a:pt x="239" y="96"/>
                    <a:pt x="245" y="120"/>
                    <a:pt x="245" y="156"/>
                  </a:cubicBezTo>
                  <a:lnTo>
                    <a:pt x="245" y="376"/>
                  </a:lnTo>
                  <a:lnTo>
                    <a:pt x="304" y="376"/>
                  </a:lnTo>
                  <a:lnTo>
                    <a:pt x="304" y="156"/>
                  </a:lnTo>
                  <a:cubicBezTo>
                    <a:pt x="304" y="102"/>
                    <a:pt x="298" y="66"/>
                    <a:pt x="274" y="42"/>
                  </a:cubicBezTo>
                  <a:cubicBezTo>
                    <a:pt x="251" y="12"/>
                    <a:pt x="221" y="1"/>
                    <a:pt x="179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1"/>
            <p:cNvSpPr/>
            <p:nvPr/>
          </p:nvSpPr>
          <p:spPr>
            <a:xfrm>
              <a:off x="3152520" y="2700869"/>
              <a:ext cx="31668" cy="39483"/>
            </a:xfrm>
            <a:custGeom>
              <a:avLst/>
              <a:gdLst/>
              <a:ahLst/>
              <a:cxnLst/>
              <a:rect l="l" t="t" r="r" b="b"/>
              <a:pathLst>
                <a:path w="312" h="389" extrusionOk="0">
                  <a:moveTo>
                    <a:pt x="251" y="191"/>
                  </a:moveTo>
                  <a:lnTo>
                    <a:pt x="251" y="203"/>
                  </a:lnTo>
                  <a:cubicBezTo>
                    <a:pt x="251" y="245"/>
                    <a:pt x="240" y="275"/>
                    <a:pt x="222" y="299"/>
                  </a:cubicBezTo>
                  <a:cubicBezTo>
                    <a:pt x="198" y="323"/>
                    <a:pt x="174" y="335"/>
                    <a:pt x="138" y="335"/>
                  </a:cubicBezTo>
                  <a:cubicBezTo>
                    <a:pt x="114" y="335"/>
                    <a:pt x="96" y="329"/>
                    <a:pt x="84" y="317"/>
                  </a:cubicBezTo>
                  <a:cubicBezTo>
                    <a:pt x="67" y="305"/>
                    <a:pt x="61" y="287"/>
                    <a:pt x="61" y="263"/>
                  </a:cubicBezTo>
                  <a:cubicBezTo>
                    <a:pt x="61" y="239"/>
                    <a:pt x="73" y="221"/>
                    <a:pt x="90" y="209"/>
                  </a:cubicBezTo>
                  <a:cubicBezTo>
                    <a:pt x="108" y="197"/>
                    <a:pt x="144" y="191"/>
                    <a:pt x="192" y="191"/>
                  </a:cubicBezTo>
                  <a:close/>
                  <a:moveTo>
                    <a:pt x="156" y="1"/>
                  </a:moveTo>
                  <a:cubicBezTo>
                    <a:pt x="132" y="1"/>
                    <a:pt x="114" y="1"/>
                    <a:pt x="90" y="7"/>
                  </a:cubicBezTo>
                  <a:cubicBezTo>
                    <a:pt x="73" y="12"/>
                    <a:pt x="49" y="18"/>
                    <a:pt x="31" y="24"/>
                  </a:cubicBezTo>
                  <a:lnTo>
                    <a:pt x="31" y="84"/>
                  </a:lnTo>
                  <a:cubicBezTo>
                    <a:pt x="49" y="72"/>
                    <a:pt x="67" y="66"/>
                    <a:pt x="84" y="60"/>
                  </a:cubicBezTo>
                  <a:cubicBezTo>
                    <a:pt x="108" y="54"/>
                    <a:pt x="126" y="54"/>
                    <a:pt x="144" y="54"/>
                  </a:cubicBezTo>
                  <a:cubicBezTo>
                    <a:pt x="180" y="54"/>
                    <a:pt x="204" y="60"/>
                    <a:pt x="222" y="72"/>
                  </a:cubicBezTo>
                  <a:cubicBezTo>
                    <a:pt x="240" y="90"/>
                    <a:pt x="251" y="114"/>
                    <a:pt x="251" y="138"/>
                  </a:cubicBezTo>
                  <a:lnTo>
                    <a:pt x="251" y="144"/>
                  </a:lnTo>
                  <a:lnTo>
                    <a:pt x="168" y="144"/>
                  </a:lnTo>
                  <a:cubicBezTo>
                    <a:pt x="114" y="144"/>
                    <a:pt x="73" y="156"/>
                    <a:pt x="43" y="174"/>
                  </a:cubicBezTo>
                  <a:cubicBezTo>
                    <a:pt x="13" y="197"/>
                    <a:pt x="1" y="227"/>
                    <a:pt x="1" y="269"/>
                  </a:cubicBezTo>
                  <a:cubicBezTo>
                    <a:pt x="1" y="305"/>
                    <a:pt x="13" y="335"/>
                    <a:pt x="37" y="352"/>
                  </a:cubicBezTo>
                  <a:cubicBezTo>
                    <a:pt x="55" y="376"/>
                    <a:pt x="84" y="388"/>
                    <a:pt x="126" y="388"/>
                  </a:cubicBezTo>
                  <a:cubicBezTo>
                    <a:pt x="156" y="388"/>
                    <a:pt x="180" y="382"/>
                    <a:pt x="198" y="370"/>
                  </a:cubicBezTo>
                  <a:cubicBezTo>
                    <a:pt x="222" y="358"/>
                    <a:pt x="240" y="341"/>
                    <a:pt x="251" y="323"/>
                  </a:cubicBezTo>
                  <a:lnTo>
                    <a:pt x="251" y="376"/>
                  </a:lnTo>
                  <a:lnTo>
                    <a:pt x="311" y="376"/>
                  </a:lnTo>
                  <a:lnTo>
                    <a:pt x="311" y="168"/>
                  </a:lnTo>
                  <a:cubicBezTo>
                    <a:pt x="311" y="114"/>
                    <a:pt x="299" y="72"/>
                    <a:pt x="269" y="42"/>
                  </a:cubicBezTo>
                  <a:cubicBezTo>
                    <a:pt x="246" y="12"/>
                    <a:pt x="204" y="1"/>
                    <a:pt x="156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1"/>
            <p:cNvSpPr/>
            <p:nvPr/>
          </p:nvSpPr>
          <p:spPr>
            <a:xfrm>
              <a:off x="3191902" y="2700869"/>
              <a:ext cx="53998" cy="38265"/>
            </a:xfrm>
            <a:custGeom>
              <a:avLst/>
              <a:gdLst/>
              <a:ahLst/>
              <a:cxnLst/>
              <a:rect l="l" t="t" r="r" b="b"/>
              <a:pathLst>
                <a:path w="532" h="377" extrusionOk="0">
                  <a:moveTo>
                    <a:pt x="180" y="1"/>
                  </a:moveTo>
                  <a:cubicBezTo>
                    <a:pt x="150" y="1"/>
                    <a:pt x="126" y="7"/>
                    <a:pt x="108" y="18"/>
                  </a:cubicBezTo>
                  <a:cubicBezTo>
                    <a:pt x="90" y="30"/>
                    <a:pt x="72" y="42"/>
                    <a:pt x="60" y="66"/>
                  </a:cubicBezTo>
                  <a:lnTo>
                    <a:pt x="60" y="12"/>
                  </a:lnTo>
                  <a:lnTo>
                    <a:pt x="1" y="12"/>
                  </a:lnTo>
                  <a:lnTo>
                    <a:pt x="1" y="376"/>
                  </a:lnTo>
                  <a:lnTo>
                    <a:pt x="60" y="376"/>
                  </a:lnTo>
                  <a:lnTo>
                    <a:pt x="60" y="168"/>
                  </a:lnTo>
                  <a:cubicBezTo>
                    <a:pt x="60" y="132"/>
                    <a:pt x="66" y="108"/>
                    <a:pt x="84" y="84"/>
                  </a:cubicBezTo>
                  <a:cubicBezTo>
                    <a:pt x="102" y="66"/>
                    <a:pt x="132" y="54"/>
                    <a:pt x="162" y="54"/>
                  </a:cubicBezTo>
                  <a:cubicBezTo>
                    <a:pt x="186" y="54"/>
                    <a:pt x="203" y="60"/>
                    <a:pt x="215" y="78"/>
                  </a:cubicBezTo>
                  <a:cubicBezTo>
                    <a:pt x="227" y="96"/>
                    <a:pt x="233" y="120"/>
                    <a:pt x="233" y="156"/>
                  </a:cubicBezTo>
                  <a:lnTo>
                    <a:pt x="233" y="376"/>
                  </a:lnTo>
                  <a:lnTo>
                    <a:pt x="299" y="376"/>
                  </a:lnTo>
                  <a:lnTo>
                    <a:pt x="299" y="168"/>
                  </a:lnTo>
                  <a:cubicBezTo>
                    <a:pt x="299" y="132"/>
                    <a:pt x="305" y="108"/>
                    <a:pt x="323" y="84"/>
                  </a:cubicBezTo>
                  <a:cubicBezTo>
                    <a:pt x="341" y="66"/>
                    <a:pt x="365" y="54"/>
                    <a:pt x="400" y="54"/>
                  </a:cubicBezTo>
                  <a:cubicBezTo>
                    <a:pt x="424" y="54"/>
                    <a:pt x="442" y="60"/>
                    <a:pt x="454" y="78"/>
                  </a:cubicBezTo>
                  <a:cubicBezTo>
                    <a:pt x="466" y="96"/>
                    <a:pt x="472" y="120"/>
                    <a:pt x="472" y="156"/>
                  </a:cubicBezTo>
                  <a:lnTo>
                    <a:pt x="472" y="376"/>
                  </a:lnTo>
                  <a:lnTo>
                    <a:pt x="532" y="376"/>
                  </a:lnTo>
                  <a:lnTo>
                    <a:pt x="532" y="156"/>
                  </a:lnTo>
                  <a:cubicBezTo>
                    <a:pt x="532" y="108"/>
                    <a:pt x="526" y="66"/>
                    <a:pt x="502" y="42"/>
                  </a:cubicBezTo>
                  <a:cubicBezTo>
                    <a:pt x="484" y="12"/>
                    <a:pt x="454" y="1"/>
                    <a:pt x="412" y="1"/>
                  </a:cubicBezTo>
                  <a:cubicBezTo>
                    <a:pt x="388" y="1"/>
                    <a:pt x="359" y="7"/>
                    <a:pt x="341" y="18"/>
                  </a:cubicBezTo>
                  <a:cubicBezTo>
                    <a:pt x="317" y="30"/>
                    <a:pt x="299" y="54"/>
                    <a:pt x="287" y="78"/>
                  </a:cubicBezTo>
                  <a:cubicBezTo>
                    <a:pt x="275" y="54"/>
                    <a:pt x="263" y="36"/>
                    <a:pt x="245" y="18"/>
                  </a:cubicBezTo>
                  <a:cubicBezTo>
                    <a:pt x="227" y="7"/>
                    <a:pt x="203" y="1"/>
                    <a:pt x="180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1"/>
            <p:cNvSpPr/>
            <p:nvPr/>
          </p:nvSpPr>
          <p:spPr>
            <a:xfrm>
              <a:off x="3248235" y="2700869"/>
              <a:ext cx="34611" cy="39483"/>
            </a:xfrm>
            <a:custGeom>
              <a:avLst/>
              <a:gdLst/>
              <a:ahLst/>
              <a:cxnLst/>
              <a:rect l="l" t="t" r="r" b="b"/>
              <a:pathLst>
                <a:path w="341" h="389" extrusionOk="0">
                  <a:moveTo>
                    <a:pt x="185" y="54"/>
                  </a:moveTo>
                  <a:cubicBezTo>
                    <a:pt x="215" y="54"/>
                    <a:pt x="239" y="60"/>
                    <a:pt x="257" y="84"/>
                  </a:cubicBezTo>
                  <a:cubicBezTo>
                    <a:pt x="275" y="102"/>
                    <a:pt x="281" y="126"/>
                    <a:pt x="281" y="162"/>
                  </a:cubicBezTo>
                  <a:lnTo>
                    <a:pt x="66" y="162"/>
                  </a:lnTo>
                  <a:cubicBezTo>
                    <a:pt x="72" y="126"/>
                    <a:pt x="84" y="102"/>
                    <a:pt x="102" y="78"/>
                  </a:cubicBezTo>
                  <a:cubicBezTo>
                    <a:pt x="126" y="60"/>
                    <a:pt x="150" y="54"/>
                    <a:pt x="185" y="54"/>
                  </a:cubicBezTo>
                  <a:close/>
                  <a:moveTo>
                    <a:pt x="185" y="1"/>
                  </a:moveTo>
                  <a:cubicBezTo>
                    <a:pt x="126" y="1"/>
                    <a:pt x="84" y="18"/>
                    <a:pt x="54" y="54"/>
                  </a:cubicBezTo>
                  <a:cubicBezTo>
                    <a:pt x="18" y="90"/>
                    <a:pt x="0" y="138"/>
                    <a:pt x="0" y="197"/>
                  </a:cubicBezTo>
                  <a:cubicBezTo>
                    <a:pt x="0" y="257"/>
                    <a:pt x="18" y="299"/>
                    <a:pt x="54" y="335"/>
                  </a:cubicBezTo>
                  <a:cubicBezTo>
                    <a:pt x="90" y="370"/>
                    <a:pt x="138" y="388"/>
                    <a:pt x="191" y="388"/>
                  </a:cubicBezTo>
                  <a:cubicBezTo>
                    <a:pt x="215" y="388"/>
                    <a:pt x="239" y="382"/>
                    <a:pt x="263" y="376"/>
                  </a:cubicBezTo>
                  <a:cubicBezTo>
                    <a:pt x="287" y="376"/>
                    <a:pt x="305" y="364"/>
                    <a:pt x="328" y="358"/>
                  </a:cubicBezTo>
                  <a:lnTo>
                    <a:pt x="328" y="299"/>
                  </a:lnTo>
                  <a:cubicBezTo>
                    <a:pt x="305" y="311"/>
                    <a:pt x="287" y="323"/>
                    <a:pt x="263" y="329"/>
                  </a:cubicBezTo>
                  <a:cubicBezTo>
                    <a:pt x="245" y="335"/>
                    <a:pt x="221" y="335"/>
                    <a:pt x="197" y="335"/>
                  </a:cubicBezTo>
                  <a:cubicBezTo>
                    <a:pt x="155" y="335"/>
                    <a:pt x="126" y="323"/>
                    <a:pt x="102" y="305"/>
                  </a:cubicBezTo>
                  <a:cubicBezTo>
                    <a:pt x="84" y="281"/>
                    <a:pt x="66" y="251"/>
                    <a:pt x="66" y="209"/>
                  </a:cubicBezTo>
                  <a:lnTo>
                    <a:pt x="340" y="209"/>
                  </a:lnTo>
                  <a:lnTo>
                    <a:pt x="340" y="179"/>
                  </a:lnTo>
                  <a:cubicBezTo>
                    <a:pt x="340" y="126"/>
                    <a:pt x="328" y="78"/>
                    <a:pt x="299" y="48"/>
                  </a:cubicBezTo>
                  <a:cubicBezTo>
                    <a:pt x="269" y="18"/>
                    <a:pt x="233" y="1"/>
                    <a:pt x="185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1"/>
            <p:cNvSpPr/>
            <p:nvPr/>
          </p:nvSpPr>
          <p:spPr>
            <a:xfrm>
              <a:off x="2902522" y="2855862"/>
              <a:ext cx="686648" cy="159964"/>
            </a:xfrm>
            <a:custGeom>
              <a:avLst/>
              <a:gdLst/>
              <a:ahLst/>
              <a:cxnLst/>
              <a:rect l="l" t="t" r="r" b="b"/>
              <a:pathLst>
                <a:path w="6765" h="1576" extrusionOk="0">
                  <a:moveTo>
                    <a:pt x="162" y="1"/>
                  </a:moveTo>
                  <a:cubicBezTo>
                    <a:pt x="72" y="1"/>
                    <a:pt x="0" y="72"/>
                    <a:pt x="0" y="162"/>
                  </a:cubicBezTo>
                  <a:lnTo>
                    <a:pt x="0" y="1414"/>
                  </a:lnTo>
                  <a:cubicBezTo>
                    <a:pt x="0" y="1504"/>
                    <a:pt x="72" y="1575"/>
                    <a:pt x="162" y="1575"/>
                  </a:cubicBezTo>
                  <a:lnTo>
                    <a:pt x="6604" y="1575"/>
                  </a:lnTo>
                  <a:cubicBezTo>
                    <a:pt x="6693" y="1575"/>
                    <a:pt x="6765" y="1504"/>
                    <a:pt x="6765" y="1414"/>
                  </a:cubicBezTo>
                  <a:lnTo>
                    <a:pt x="6765" y="162"/>
                  </a:lnTo>
                  <a:cubicBezTo>
                    <a:pt x="6765" y="72"/>
                    <a:pt x="6693" y="1"/>
                    <a:pt x="6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1"/>
            <p:cNvSpPr/>
            <p:nvPr/>
          </p:nvSpPr>
          <p:spPr>
            <a:xfrm>
              <a:off x="2975806" y="2910978"/>
              <a:ext cx="31567" cy="49735"/>
            </a:xfrm>
            <a:custGeom>
              <a:avLst/>
              <a:gdLst/>
              <a:ahLst/>
              <a:cxnLst/>
              <a:rect l="l" t="t" r="r" b="b"/>
              <a:pathLst>
                <a:path w="311" h="490" extrusionOk="0">
                  <a:moveTo>
                    <a:pt x="149" y="54"/>
                  </a:moveTo>
                  <a:cubicBezTo>
                    <a:pt x="179" y="54"/>
                    <a:pt x="203" y="66"/>
                    <a:pt x="221" y="78"/>
                  </a:cubicBezTo>
                  <a:cubicBezTo>
                    <a:pt x="233" y="96"/>
                    <a:pt x="245" y="120"/>
                    <a:pt x="245" y="149"/>
                  </a:cubicBezTo>
                  <a:cubicBezTo>
                    <a:pt x="245" y="179"/>
                    <a:pt x="233" y="197"/>
                    <a:pt x="221" y="215"/>
                  </a:cubicBezTo>
                  <a:cubicBezTo>
                    <a:pt x="203" y="233"/>
                    <a:pt x="179" y="239"/>
                    <a:pt x="149" y="239"/>
                  </a:cubicBezTo>
                  <a:lnTo>
                    <a:pt x="66" y="239"/>
                  </a:lnTo>
                  <a:lnTo>
                    <a:pt x="66" y="54"/>
                  </a:lnTo>
                  <a:close/>
                  <a:moveTo>
                    <a:pt x="0" y="0"/>
                  </a:moveTo>
                  <a:lnTo>
                    <a:pt x="0" y="489"/>
                  </a:lnTo>
                  <a:lnTo>
                    <a:pt x="66" y="489"/>
                  </a:lnTo>
                  <a:lnTo>
                    <a:pt x="66" y="293"/>
                  </a:lnTo>
                  <a:lnTo>
                    <a:pt x="149" y="293"/>
                  </a:lnTo>
                  <a:cubicBezTo>
                    <a:pt x="203" y="293"/>
                    <a:pt x="245" y="281"/>
                    <a:pt x="269" y="257"/>
                  </a:cubicBezTo>
                  <a:cubicBezTo>
                    <a:pt x="298" y="233"/>
                    <a:pt x="310" y="197"/>
                    <a:pt x="310" y="149"/>
                  </a:cubicBezTo>
                  <a:cubicBezTo>
                    <a:pt x="310" y="102"/>
                    <a:pt x="298" y="66"/>
                    <a:pt x="269" y="42"/>
                  </a:cubicBezTo>
                  <a:cubicBezTo>
                    <a:pt x="245" y="12"/>
                    <a:pt x="203" y="0"/>
                    <a:pt x="149" y="0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1"/>
            <p:cNvSpPr/>
            <p:nvPr/>
          </p:nvSpPr>
          <p:spPr>
            <a:xfrm>
              <a:off x="3015696" y="2922448"/>
              <a:ext cx="31668" cy="39483"/>
            </a:xfrm>
            <a:custGeom>
              <a:avLst/>
              <a:gdLst/>
              <a:ahLst/>
              <a:cxnLst/>
              <a:rect l="l" t="t" r="r" b="b"/>
              <a:pathLst>
                <a:path w="312" h="389" extrusionOk="0">
                  <a:moveTo>
                    <a:pt x="251" y="192"/>
                  </a:moveTo>
                  <a:lnTo>
                    <a:pt x="251" y="209"/>
                  </a:lnTo>
                  <a:cubicBezTo>
                    <a:pt x="251" y="245"/>
                    <a:pt x="239" y="275"/>
                    <a:pt x="222" y="299"/>
                  </a:cubicBezTo>
                  <a:cubicBezTo>
                    <a:pt x="204" y="323"/>
                    <a:pt x="174" y="335"/>
                    <a:pt x="138" y="335"/>
                  </a:cubicBezTo>
                  <a:cubicBezTo>
                    <a:pt x="114" y="335"/>
                    <a:pt x="96" y="329"/>
                    <a:pt x="84" y="317"/>
                  </a:cubicBezTo>
                  <a:cubicBezTo>
                    <a:pt x="67" y="305"/>
                    <a:pt x="61" y="287"/>
                    <a:pt x="61" y="269"/>
                  </a:cubicBezTo>
                  <a:cubicBezTo>
                    <a:pt x="61" y="239"/>
                    <a:pt x="72" y="221"/>
                    <a:pt x="90" y="209"/>
                  </a:cubicBezTo>
                  <a:cubicBezTo>
                    <a:pt x="108" y="198"/>
                    <a:pt x="144" y="192"/>
                    <a:pt x="192" y="192"/>
                  </a:cubicBezTo>
                  <a:close/>
                  <a:moveTo>
                    <a:pt x="156" y="1"/>
                  </a:moveTo>
                  <a:cubicBezTo>
                    <a:pt x="132" y="1"/>
                    <a:pt x="114" y="7"/>
                    <a:pt x="90" y="7"/>
                  </a:cubicBezTo>
                  <a:cubicBezTo>
                    <a:pt x="72" y="13"/>
                    <a:pt x="49" y="19"/>
                    <a:pt x="31" y="30"/>
                  </a:cubicBezTo>
                  <a:lnTo>
                    <a:pt x="31" y="84"/>
                  </a:lnTo>
                  <a:cubicBezTo>
                    <a:pt x="49" y="72"/>
                    <a:pt x="67" y="66"/>
                    <a:pt x="84" y="60"/>
                  </a:cubicBezTo>
                  <a:cubicBezTo>
                    <a:pt x="108" y="54"/>
                    <a:pt x="126" y="54"/>
                    <a:pt x="150" y="54"/>
                  </a:cubicBezTo>
                  <a:cubicBezTo>
                    <a:pt x="180" y="54"/>
                    <a:pt x="204" y="60"/>
                    <a:pt x="222" y="78"/>
                  </a:cubicBezTo>
                  <a:cubicBezTo>
                    <a:pt x="245" y="90"/>
                    <a:pt x="251" y="114"/>
                    <a:pt x="251" y="138"/>
                  </a:cubicBezTo>
                  <a:lnTo>
                    <a:pt x="251" y="144"/>
                  </a:lnTo>
                  <a:lnTo>
                    <a:pt x="168" y="144"/>
                  </a:lnTo>
                  <a:cubicBezTo>
                    <a:pt x="114" y="144"/>
                    <a:pt x="72" y="156"/>
                    <a:pt x="43" y="180"/>
                  </a:cubicBezTo>
                  <a:cubicBezTo>
                    <a:pt x="19" y="198"/>
                    <a:pt x="1" y="227"/>
                    <a:pt x="1" y="269"/>
                  </a:cubicBezTo>
                  <a:cubicBezTo>
                    <a:pt x="1" y="305"/>
                    <a:pt x="13" y="335"/>
                    <a:pt x="37" y="353"/>
                  </a:cubicBezTo>
                  <a:cubicBezTo>
                    <a:pt x="61" y="376"/>
                    <a:pt x="90" y="388"/>
                    <a:pt x="126" y="388"/>
                  </a:cubicBezTo>
                  <a:cubicBezTo>
                    <a:pt x="156" y="388"/>
                    <a:pt x="180" y="382"/>
                    <a:pt x="198" y="370"/>
                  </a:cubicBezTo>
                  <a:cubicBezTo>
                    <a:pt x="222" y="359"/>
                    <a:pt x="239" y="347"/>
                    <a:pt x="251" y="323"/>
                  </a:cubicBezTo>
                  <a:lnTo>
                    <a:pt x="251" y="376"/>
                  </a:lnTo>
                  <a:lnTo>
                    <a:pt x="311" y="376"/>
                  </a:lnTo>
                  <a:lnTo>
                    <a:pt x="311" y="168"/>
                  </a:lnTo>
                  <a:cubicBezTo>
                    <a:pt x="311" y="114"/>
                    <a:pt x="299" y="72"/>
                    <a:pt x="275" y="42"/>
                  </a:cubicBezTo>
                  <a:cubicBezTo>
                    <a:pt x="245" y="19"/>
                    <a:pt x="210" y="1"/>
                    <a:pt x="156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1"/>
            <p:cNvSpPr/>
            <p:nvPr/>
          </p:nvSpPr>
          <p:spPr>
            <a:xfrm>
              <a:off x="3052642" y="2922448"/>
              <a:ext cx="28623" cy="39483"/>
            </a:xfrm>
            <a:custGeom>
              <a:avLst/>
              <a:gdLst/>
              <a:ahLst/>
              <a:cxnLst/>
              <a:rect l="l" t="t" r="r" b="b"/>
              <a:pathLst>
                <a:path w="282" h="389" extrusionOk="0">
                  <a:moveTo>
                    <a:pt x="144" y="1"/>
                  </a:moveTo>
                  <a:cubicBezTo>
                    <a:pt x="96" y="1"/>
                    <a:pt x="60" y="13"/>
                    <a:pt x="37" y="30"/>
                  </a:cubicBezTo>
                  <a:cubicBezTo>
                    <a:pt x="13" y="48"/>
                    <a:pt x="1" y="78"/>
                    <a:pt x="1" y="108"/>
                  </a:cubicBezTo>
                  <a:cubicBezTo>
                    <a:pt x="1" y="138"/>
                    <a:pt x="13" y="162"/>
                    <a:pt x="25" y="180"/>
                  </a:cubicBezTo>
                  <a:cubicBezTo>
                    <a:pt x="43" y="192"/>
                    <a:pt x="72" y="203"/>
                    <a:pt x="108" y="215"/>
                  </a:cubicBezTo>
                  <a:lnTo>
                    <a:pt x="126" y="215"/>
                  </a:lnTo>
                  <a:cubicBezTo>
                    <a:pt x="168" y="227"/>
                    <a:pt x="192" y="233"/>
                    <a:pt x="198" y="245"/>
                  </a:cubicBezTo>
                  <a:cubicBezTo>
                    <a:pt x="210" y="251"/>
                    <a:pt x="215" y="263"/>
                    <a:pt x="215" y="281"/>
                  </a:cubicBezTo>
                  <a:cubicBezTo>
                    <a:pt x="215" y="299"/>
                    <a:pt x="210" y="311"/>
                    <a:pt x="192" y="323"/>
                  </a:cubicBezTo>
                  <a:cubicBezTo>
                    <a:pt x="180" y="335"/>
                    <a:pt x="156" y="335"/>
                    <a:pt x="126" y="335"/>
                  </a:cubicBezTo>
                  <a:cubicBezTo>
                    <a:pt x="108" y="335"/>
                    <a:pt x="84" y="335"/>
                    <a:pt x="66" y="329"/>
                  </a:cubicBezTo>
                  <a:cubicBezTo>
                    <a:pt x="43" y="323"/>
                    <a:pt x="19" y="311"/>
                    <a:pt x="1" y="299"/>
                  </a:cubicBezTo>
                  <a:lnTo>
                    <a:pt x="1" y="365"/>
                  </a:lnTo>
                  <a:cubicBezTo>
                    <a:pt x="25" y="370"/>
                    <a:pt x="43" y="376"/>
                    <a:pt x="66" y="382"/>
                  </a:cubicBezTo>
                  <a:cubicBezTo>
                    <a:pt x="90" y="382"/>
                    <a:pt x="108" y="388"/>
                    <a:pt x="126" y="388"/>
                  </a:cubicBezTo>
                  <a:cubicBezTo>
                    <a:pt x="174" y="388"/>
                    <a:pt x="210" y="376"/>
                    <a:pt x="239" y="359"/>
                  </a:cubicBezTo>
                  <a:cubicBezTo>
                    <a:pt x="263" y="335"/>
                    <a:pt x="281" y="311"/>
                    <a:pt x="281" y="275"/>
                  </a:cubicBezTo>
                  <a:cubicBezTo>
                    <a:pt x="281" y="245"/>
                    <a:pt x="269" y="221"/>
                    <a:pt x="251" y="209"/>
                  </a:cubicBezTo>
                  <a:cubicBezTo>
                    <a:pt x="233" y="192"/>
                    <a:pt x="204" y="180"/>
                    <a:pt x="162" y="168"/>
                  </a:cubicBezTo>
                  <a:lnTo>
                    <a:pt x="138" y="162"/>
                  </a:lnTo>
                  <a:cubicBezTo>
                    <a:pt x="108" y="156"/>
                    <a:pt x="84" y="150"/>
                    <a:pt x="78" y="138"/>
                  </a:cubicBezTo>
                  <a:cubicBezTo>
                    <a:pt x="66" y="132"/>
                    <a:pt x="60" y="120"/>
                    <a:pt x="60" y="108"/>
                  </a:cubicBezTo>
                  <a:cubicBezTo>
                    <a:pt x="60" y="90"/>
                    <a:pt x="66" y="78"/>
                    <a:pt x="84" y="66"/>
                  </a:cubicBezTo>
                  <a:cubicBezTo>
                    <a:pt x="96" y="54"/>
                    <a:pt x="120" y="54"/>
                    <a:pt x="150" y="54"/>
                  </a:cubicBezTo>
                  <a:cubicBezTo>
                    <a:pt x="168" y="54"/>
                    <a:pt x="186" y="54"/>
                    <a:pt x="204" y="60"/>
                  </a:cubicBezTo>
                  <a:cubicBezTo>
                    <a:pt x="227" y="66"/>
                    <a:pt x="245" y="72"/>
                    <a:pt x="257" y="78"/>
                  </a:cubicBezTo>
                  <a:lnTo>
                    <a:pt x="257" y="25"/>
                  </a:lnTo>
                  <a:cubicBezTo>
                    <a:pt x="245" y="13"/>
                    <a:pt x="227" y="13"/>
                    <a:pt x="204" y="7"/>
                  </a:cubicBezTo>
                  <a:cubicBezTo>
                    <a:pt x="186" y="7"/>
                    <a:pt x="162" y="1"/>
                    <a:pt x="144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1"/>
            <p:cNvSpPr/>
            <p:nvPr/>
          </p:nvSpPr>
          <p:spPr>
            <a:xfrm>
              <a:off x="3087762" y="2922448"/>
              <a:ext cx="28623" cy="39483"/>
            </a:xfrm>
            <a:custGeom>
              <a:avLst/>
              <a:gdLst/>
              <a:ahLst/>
              <a:cxnLst/>
              <a:rect l="l" t="t" r="r" b="b"/>
              <a:pathLst>
                <a:path w="282" h="389" extrusionOk="0">
                  <a:moveTo>
                    <a:pt x="144" y="1"/>
                  </a:moveTo>
                  <a:cubicBezTo>
                    <a:pt x="102" y="1"/>
                    <a:pt x="66" y="13"/>
                    <a:pt x="42" y="30"/>
                  </a:cubicBezTo>
                  <a:cubicBezTo>
                    <a:pt x="19" y="48"/>
                    <a:pt x="7" y="78"/>
                    <a:pt x="7" y="108"/>
                  </a:cubicBezTo>
                  <a:cubicBezTo>
                    <a:pt x="7" y="138"/>
                    <a:pt x="13" y="162"/>
                    <a:pt x="31" y="180"/>
                  </a:cubicBezTo>
                  <a:cubicBezTo>
                    <a:pt x="48" y="192"/>
                    <a:pt x="72" y="203"/>
                    <a:pt x="108" y="215"/>
                  </a:cubicBezTo>
                  <a:lnTo>
                    <a:pt x="132" y="215"/>
                  </a:lnTo>
                  <a:cubicBezTo>
                    <a:pt x="168" y="227"/>
                    <a:pt x="192" y="233"/>
                    <a:pt x="204" y="245"/>
                  </a:cubicBezTo>
                  <a:cubicBezTo>
                    <a:pt x="215" y="251"/>
                    <a:pt x="221" y="263"/>
                    <a:pt x="221" y="281"/>
                  </a:cubicBezTo>
                  <a:cubicBezTo>
                    <a:pt x="221" y="299"/>
                    <a:pt x="209" y="311"/>
                    <a:pt x="198" y="323"/>
                  </a:cubicBezTo>
                  <a:cubicBezTo>
                    <a:pt x="180" y="335"/>
                    <a:pt x="162" y="335"/>
                    <a:pt x="132" y="335"/>
                  </a:cubicBezTo>
                  <a:cubicBezTo>
                    <a:pt x="108" y="335"/>
                    <a:pt x="90" y="335"/>
                    <a:pt x="66" y="329"/>
                  </a:cubicBezTo>
                  <a:cubicBezTo>
                    <a:pt x="48" y="323"/>
                    <a:pt x="25" y="311"/>
                    <a:pt x="1" y="299"/>
                  </a:cubicBezTo>
                  <a:lnTo>
                    <a:pt x="1" y="365"/>
                  </a:lnTo>
                  <a:cubicBezTo>
                    <a:pt x="25" y="370"/>
                    <a:pt x="48" y="376"/>
                    <a:pt x="66" y="382"/>
                  </a:cubicBezTo>
                  <a:cubicBezTo>
                    <a:pt x="90" y="382"/>
                    <a:pt x="108" y="388"/>
                    <a:pt x="132" y="388"/>
                  </a:cubicBezTo>
                  <a:cubicBezTo>
                    <a:pt x="180" y="388"/>
                    <a:pt x="215" y="376"/>
                    <a:pt x="239" y="359"/>
                  </a:cubicBezTo>
                  <a:cubicBezTo>
                    <a:pt x="269" y="335"/>
                    <a:pt x="281" y="311"/>
                    <a:pt x="281" y="275"/>
                  </a:cubicBezTo>
                  <a:cubicBezTo>
                    <a:pt x="281" y="245"/>
                    <a:pt x="275" y="221"/>
                    <a:pt x="257" y="209"/>
                  </a:cubicBezTo>
                  <a:cubicBezTo>
                    <a:pt x="239" y="192"/>
                    <a:pt x="204" y="180"/>
                    <a:pt x="162" y="168"/>
                  </a:cubicBezTo>
                  <a:lnTo>
                    <a:pt x="144" y="162"/>
                  </a:lnTo>
                  <a:cubicBezTo>
                    <a:pt x="108" y="156"/>
                    <a:pt x="90" y="150"/>
                    <a:pt x="78" y="138"/>
                  </a:cubicBezTo>
                  <a:cubicBezTo>
                    <a:pt x="66" y="132"/>
                    <a:pt x="60" y="120"/>
                    <a:pt x="60" y="108"/>
                  </a:cubicBezTo>
                  <a:cubicBezTo>
                    <a:pt x="60" y="90"/>
                    <a:pt x="72" y="78"/>
                    <a:pt x="84" y="66"/>
                  </a:cubicBezTo>
                  <a:cubicBezTo>
                    <a:pt x="102" y="54"/>
                    <a:pt x="120" y="54"/>
                    <a:pt x="150" y="54"/>
                  </a:cubicBezTo>
                  <a:cubicBezTo>
                    <a:pt x="174" y="54"/>
                    <a:pt x="192" y="54"/>
                    <a:pt x="209" y="60"/>
                  </a:cubicBezTo>
                  <a:cubicBezTo>
                    <a:pt x="227" y="66"/>
                    <a:pt x="245" y="72"/>
                    <a:pt x="263" y="78"/>
                  </a:cubicBezTo>
                  <a:lnTo>
                    <a:pt x="263" y="25"/>
                  </a:lnTo>
                  <a:cubicBezTo>
                    <a:pt x="245" y="13"/>
                    <a:pt x="227" y="13"/>
                    <a:pt x="209" y="7"/>
                  </a:cubicBezTo>
                  <a:cubicBezTo>
                    <a:pt x="186" y="7"/>
                    <a:pt x="168" y="1"/>
                    <a:pt x="144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3122272" y="2923666"/>
              <a:ext cx="50344" cy="37047"/>
            </a:xfrm>
            <a:custGeom>
              <a:avLst/>
              <a:gdLst/>
              <a:ahLst/>
              <a:cxnLst/>
              <a:rect l="l" t="t" r="r" b="b"/>
              <a:pathLst>
                <a:path w="496" h="365" extrusionOk="0">
                  <a:moveTo>
                    <a:pt x="1" y="1"/>
                  </a:moveTo>
                  <a:lnTo>
                    <a:pt x="96" y="364"/>
                  </a:lnTo>
                  <a:lnTo>
                    <a:pt x="168" y="364"/>
                  </a:lnTo>
                  <a:lnTo>
                    <a:pt x="245" y="66"/>
                  </a:lnTo>
                  <a:lnTo>
                    <a:pt x="329" y="364"/>
                  </a:lnTo>
                  <a:lnTo>
                    <a:pt x="400" y="364"/>
                  </a:lnTo>
                  <a:lnTo>
                    <a:pt x="496" y="1"/>
                  </a:lnTo>
                  <a:lnTo>
                    <a:pt x="436" y="1"/>
                  </a:lnTo>
                  <a:lnTo>
                    <a:pt x="359" y="287"/>
                  </a:lnTo>
                  <a:lnTo>
                    <a:pt x="281" y="1"/>
                  </a:lnTo>
                  <a:lnTo>
                    <a:pt x="209" y="1"/>
                  </a:lnTo>
                  <a:lnTo>
                    <a:pt x="138" y="287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1"/>
            <p:cNvSpPr/>
            <p:nvPr/>
          </p:nvSpPr>
          <p:spPr>
            <a:xfrm>
              <a:off x="3174342" y="2922448"/>
              <a:ext cx="34003" cy="39483"/>
            </a:xfrm>
            <a:custGeom>
              <a:avLst/>
              <a:gdLst/>
              <a:ahLst/>
              <a:cxnLst/>
              <a:rect l="l" t="t" r="r" b="b"/>
              <a:pathLst>
                <a:path w="335" h="389" extrusionOk="0">
                  <a:moveTo>
                    <a:pt x="168" y="54"/>
                  </a:moveTo>
                  <a:cubicBezTo>
                    <a:pt x="198" y="54"/>
                    <a:pt x="221" y="66"/>
                    <a:pt x="245" y="90"/>
                  </a:cubicBezTo>
                  <a:cubicBezTo>
                    <a:pt x="263" y="114"/>
                    <a:pt x="269" y="150"/>
                    <a:pt x="269" y="198"/>
                  </a:cubicBezTo>
                  <a:cubicBezTo>
                    <a:pt x="269" y="239"/>
                    <a:pt x="263" y="275"/>
                    <a:pt x="245" y="299"/>
                  </a:cubicBezTo>
                  <a:cubicBezTo>
                    <a:pt x="221" y="323"/>
                    <a:pt x="198" y="335"/>
                    <a:pt x="168" y="335"/>
                  </a:cubicBezTo>
                  <a:cubicBezTo>
                    <a:pt x="132" y="335"/>
                    <a:pt x="108" y="323"/>
                    <a:pt x="90" y="299"/>
                  </a:cubicBezTo>
                  <a:cubicBezTo>
                    <a:pt x="72" y="275"/>
                    <a:pt x="60" y="239"/>
                    <a:pt x="60" y="198"/>
                  </a:cubicBezTo>
                  <a:cubicBezTo>
                    <a:pt x="60" y="150"/>
                    <a:pt x="72" y="114"/>
                    <a:pt x="90" y="90"/>
                  </a:cubicBezTo>
                  <a:cubicBezTo>
                    <a:pt x="108" y="66"/>
                    <a:pt x="132" y="54"/>
                    <a:pt x="168" y="54"/>
                  </a:cubicBezTo>
                  <a:close/>
                  <a:moveTo>
                    <a:pt x="168" y="1"/>
                  </a:moveTo>
                  <a:cubicBezTo>
                    <a:pt x="114" y="1"/>
                    <a:pt x="72" y="19"/>
                    <a:pt x="42" y="54"/>
                  </a:cubicBezTo>
                  <a:cubicBezTo>
                    <a:pt x="13" y="90"/>
                    <a:pt x="1" y="132"/>
                    <a:pt x="1" y="198"/>
                  </a:cubicBezTo>
                  <a:cubicBezTo>
                    <a:pt x="1" y="257"/>
                    <a:pt x="13" y="299"/>
                    <a:pt x="42" y="335"/>
                  </a:cubicBezTo>
                  <a:cubicBezTo>
                    <a:pt x="72" y="370"/>
                    <a:pt x="114" y="388"/>
                    <a:pt x="168" y="388"/>
                  </a:cubicBezTo>
                  <a:cubicBezTo>
                    <a:pt x="221" y="388"/>
                    <a:pt x="257" y="370"/>
                    <a:pt x="287" y="335"/>
                  </a:cubicBezTo>
                  <a:cubicBezTo>
                    <a:pt x="317" y="299"/>
                    <a:pt x="335" y="257"/>
                    <a:pt x="335" y="198"/>
                  </a:cubicBezTo>
                  <a:cubicBezTo>
                    <a:pt x="335" y="132"/>
                    <a:pt x="317" y="90"/>
                    <a:pt x="287" y="54"/>
                  </a:cubicBezTo>
                  <a:cubicBezTo>
                    <a:pt x="257" y="19"/>
                    <a:pt x="221" y="1"/>
                    <a:pt x="168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1"/>
            <p:cNvSpPr/>
            <p:nvPr/>
          </p:nvSpPr>
          <p:spPr>
            <a:xfrm>
              <a:off x="3214943" y="2922448"/>
              <a:ext cx="21924" cy="38265"/>
            </a:xfrm>
            <a:custGeom>
              <a:avLst/>
              <a:gdLst/>
              <a:ahLst/>
              <a:cxnLst/>
              <a:rect l="l" t="t" r="r" b="b"/>
              <a:pathLst>
                <a:path w="216" h="377" extrusionOk="0">
                  <a:moveTo>
                    <a:pt x="185" y="1"/>
                  </a:moveTo>
                  <a:cubicBezTo>
                    <a:pt x="155" y="1"/>
                    <a:pt x="132" y="7"/>
                    <a:pt x="114" y="19"/>
                  </a:cubicBezTo>
                  <a:cubicBezTo>
                    <a:pt x="90" y="30"/>
                    <a:pt x="72" y="48"/>
                    <a:pt x="60" y="66"/>
                  </a:cubicBezTo>
                  <a:lnTo>
                    <a:pt x="60" y="13"/>
                  </a:lnTo>
                  <a:lnTo>
                    <a:pt x="0" y="13"/>
                  </a:lnTo>
                  <a:lnTo>
                    <a:pt x="0" y="376"/>
                  </a:lnTo>
                  <a:lnTo>
                    <a:pt x="60" y="376"/>
                  </a:lnTo>
                  <a:lnTo>
                    <a:pt x="60" y="186"/>
                  </a:lnTo>
                  <a:cubicBezTo>
                    <a:pt x="60" y="144"/>
                    <a:pt x="72" y="114"/>
                    <a:pt x="90" y="90"/>
                  </a:cubicBezTo>
                  <a:cubicBezTo>
                    <a:pt x="108" y="66"/>
                    <a:pt x="132" y="54"/>
                    <a:pt x="167" y="54"/>
                  </a:cubicBezTo>
                  <a:cubicBezTo>
                    <a:pt x="179" y="54"/>
                    <a:pt x="185" y="54"/>
                    <a:pt x="191" y="60"/>
                  </a:cubicBezTo>
                  <a:cubicBezTo>
                    <a:pt x="203" y="60"/>
                    <a:pt x="209" y="66"/>
                    <a:pt x="215" y="66"/>
                  </a:cubicBezTo>
                  <a:lnTo>
                    <a:pt x="215" y="7"/>
                  </a:lnTo>
                  <a:cubicBezTo>
                    <a:pt x="209" y="7"/>
                    <a:pt x="203" y="1"/>
                    <a:pt x="197" y="1"/>
                  </a:cubicBez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1"/>
            <p:cNvSpPr/>
            <p:nvPr/>
          </p:nvSpPr>
          <p:spPr>
            <a:xfrm>
              <a:off x="3236157" y="2909151"/>
              <a:ext cx="32785" cy="52780"/>
            </a:xfrm>
            <a:custGeom>
              <a:avLst/>
              <a:gdLst/>
              <a:ahLst/>
              <a:cxnLst/>
              <a:rect l="l" t="t" r="r" b="b"/>
              <a:pathLst>
                <a:path w="323" h="520" extrusionOk="0">
                  <a:moveTo>
                    <a:pt x="161" y="185"/>
                  </a:moveTo>
                  <a:cubicBezTo>
                    <a:pt x="191" y="185"/>
                    <a:pt x="221" y="197"/>
                    <a:pt x="239" y="221"/>
                  </a:cubicBezTo>
                  <a:cubicBezTo>
                    <a:pt x="257" y="245"/>
                    <a:pt x="263" y="281"/>
                    <a:pt x="263" y="329"/>
                  </a:cubicBezTo>
                  <a:cubicBezTo>
                    <a:pt x="263" y="370"/>
                    <a:pt x="257" y="406"/>
                    <a:pt x="239" y="430"/>
                  </a:cubicBezTo>
                  <a:cubicBezTo>
                    <a:pt x="221" y="454"/>
                    <a:pt x="191" y="466"/>
                    <a:pt x="161" y="466"/>
                  </a:cubicBezTo>
                  <a:cubicBezTo>
                    <a:pt x="131" y="466"/>
                    <a:pt x="107" y="454"/>
                    <a:pt x="90" y="430"/>
                  </a:cubicBezTo>
                  <a:cubicBezTo>
                    <a:pt x="66" y="406"/>
                    <a:pt x="60" y="370"/>
                    <a:pt x="60" y="329"/>
                  </a:cubicBezTo>
                  <a:cubicBezTo>
                    <a:pt x="60" y="281"/>
                    <a:pt x="66" y="245"/>
                    <a:pt x="90" y="221"/>
                  </a:cubicBezTo>
                  <a:cubicBezTo>
                    <a:pt x="107" y="197"/>
                    <a:pt x="131" y="185"/>
                    <a:pt x="161" y="185"/>
                  </a:cubicBezTo>
                  <a:close/>
                  <a:moveTo>
                    <a:pt x="263" y="0"/>
                  </a:moveTo>
                  <a:lnTo>
                    <a:pt x="263" y="197"/>
                  </a:lnTo>
                  <a:cubicBezTo>
                    <a:pt x="251" y="173"/>
                    <a:pt x="239" y="161"/>
                    <a:pt x="215" y="150"/>
                  </a:cubicBezTo>
                  <a:cubicBezTo>
                    <a:pt x="197" y="138"/>
                    <a:pt x="173" y="132"/>
                    <a:pt x="149" y="132"/>
                  </a:cubicBezTo>
                  <a:cubicBezTo>
                    <a:pt x="101" y="132"/>
                    <a:pt x="66" y="150"/>
                    <a:pt x="42" y="185"/>
                  </a:cubicBezTo>
                  <a:cubicBezTo>
                    <a:pt x="12" y="221"/>
                    <a:pt x="0" y="269"/>
                    <a:pt x="0" y="329"/>
                  </a:cubicBezTo>
                  <a:cubicBezTo>
                    <a:pt x="0" y="382"/>
                    <a:pt x="12" y="430"/>
                    <a:pt x="42" y="466"/>
                  </a:cubicBezTo>
                  <a:cubicBezTo>
                    <a:pt x="66" y="501"/>
                    <a:pt x="101" y="519"/>
                    <a:pt x="149" y="519"/>
                  </a:cubicBezTo>
                  <a:cubicBezTo>
                    <a:pt x="173" y="519"/>
                    <a:pt x="197" y="513"/>
                    <a:pt x="215" y="501"/>
                  </a:cubicBezTo>
                  <a:cubicBezTo>
                    <a:pt x="239" y="490"/>
                    <a:pt x="251" y="478"/>
                    <a:pt x="263" y="454"/>
                  </a:cubicBezTo>
                  <a:lnTo>
                    <a:pt x="263" y="507"/>
                  </a:lnTo>
                  <a:lnTo>
                    <a:pt x="322" y="507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8E8E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1"/>
            <p:cNvSpPr/>
            <p:nvPr/>
          </p:nvSpPr>
          <p:spPr>
            <a:xfrm>
              <a:off x="3190075" y="3193052"/>
              <a:ext cx="65467" cy="73385"/>
            </a:xfrm>
            <a:custGeom>
              <a:avLst/>
              <a:gdLst/>
              <a:ahLst/>
              <a:cxnLst/>
              <a:rect l="l" t="t" r="r" b="b"/>
              <a:pathLst>
                <a:path w="645" h="723" extrusionOk="0">
                  <a:moveTo>
                    <a:pt x="323" y="78"/>
                  </a:moveTo>
                  <a:cubicBezTo>
                    <a:pt x="394" y="78"/>
                    <a:pt x="448" y="102"/>
                    <a:pt x="490" y="150"/>
                  </a:cubicBezTo>
                  <a:cubicBezTo>
                    <a:pt x="526" y="204"/>
                    <a:pt x="550" y="275"/>
                    <a:pt x="550" y="359"/>
                  </a:cubicBezTo>
                  <a:cubicBezTo>
                    <a:pt x="550" y="448"/>
                    <a:pt x="526" y="520"/>
                    <a:pt x="490" y="568"/>
                  </a:cubicBezTo>
                  <a:cubicBezTo>
                    <a:pt x="448" y="621"/>
                    <a:pt x="394" y="645"/>
                    <a:pt x="323" y="645"/>
                  </a:cubicBezTo>
                  <a:cubicBezTo>
                    <a:pt x="257" y="645"/>
                    <a:pt x="204" y="621"/>
                    <a:pt x="162" y="568"/>
                  </a:cubicBezTo>
                  <a:cubicBezTo>
                    <a:pt x="120" y="520"/>
                    <a:pt x="102" y="448"/>
                    <a:pt x="102" y="359"/>
                  </a:cubicBezTo>
                  <a:cubicBezTo>
                    <a:pt x="102" y="275"/>
                    <a:pt x="120" y="204"/>
                    <a:pt x="162" y="150"/>
                  </a:cubicBezTo>
                  <a:cubicBezTo>
                    <a:pt x="204" y="102"/>
                    <a:pt x="257" y="78"/>
                    <a:pt x="323" y="78"/>
                  </a:cubicBezTo>
                  <a:close/>
                  <a:moveTo>
                    <a:pt x="323" y="1"/>
                  </a:moveTo>
                  <a:cubicBezTo>
                    <a:pt x="227" y="1"/>
                    <a:pt x="150" y="31"/>
                    <a:pt x="90" y="96"/>
                  </a:cubicBezTo>
                  <a:cubicBezTo>
                    <a:pt x="31" y="162"/>
                    <a:pt x="1" y="251"/>
                    <a:pt x="1" y="359"/>
                  </a:cubicBezTo>
                  <a:cubicBezTo>
                    <a:pt x="1" y="472"/>
                    <a:pt x="31" y="562"/>
                    <a:pt x="90" y="627"/>
                  </a:cubicBezTo>
                  <a:cubicBezTo>
                    <a:pt x="150" y="693"/>
                    <a:pt x="227" y="723"/>
                    <a:pt x="323" y="723"/>
                  </a:cubicBezTo>
                  <a:cubicBezTo>
                    <a:pt x="424" y="723"/>
                    <a:pt x="502" y="693"/>
                    <a:pt x="561" y="627"/>
                  </a:cubicBezTo>
                  <a:cubicBezTo>
                    <a:pt x="621" y="562"/>
                    <a:pt x="645" y="472"/>
                    <a:pt x="645" y="359"/>
                  </a:cubicBezTo>
                  <a:cubicBezTo>
                    <a:pt x="645" y="251"/>
                    <a:pt x="621" y="162"/>
                    <a:pt x="561" y="96"/>
                  </a:cubicBezTo>
                  <a:cubicBezTo>
                    <a:pt x="502" y="31"/>
                    <a:pt x="424" y="1"/>
                    <a:pt x="323" y="1"/>
                  </a:cubicBezTo>
                  <a:close/>
                </a:path>
              </a:pathLst>
            </a:custGeom>
            <a:solidFill>
              <a:srgbClr val="4949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1"/>
            <p:cNvSpPr/>
            <p:nvPr/>
          </p:nvSpPr>
          <p:spPr>
            <a:xfrm>
              <a:off x="3260923" y="3191327"/>
              <a:ext cx="46690" cy="73892"/>
            </a:xfrm>
            <a:custGeom>
              <a:avLst/>
              <a:gdLst/>
              <a:ahLst/>
              <a:cxnLst/>
              <a:rect l="l" t="t" r="r" b="b"/>
              <a:pathLst>
                <a:path w="460" h="728" extrusionOk="0">
                  <a:moveTo>
                    <a:pt x="1" y="0"/>
                  </a:moveTo>
                  <a:lnTo>
                    <a:pt x="1" y="728"/>
                  </a:lnTo>
                  <a:lnTo>
                    <a:pt x="84" y="728"/>
                  </a:lnTo>
                  <a:lnTo>
                    <a:pt x="84" y="471"/>
                  </a:lnTo>
                  <a:lnTo>
                    <a:pt x="353" y="728"/>
                  </a:lnTo>
                  <a:lnTo>
                    <a:pt x="460" y="728"/>
                  </a:lnTo>
                  <a:lnTo>
                    <a:pt x="174" y="447"/>
                  </a:lnTo>
                  <a:lnTo>
                    <a:pt x="454" y="203"/>
                  </a:lnTo>
                  <a:lnTo>
                    <a:pt x="341" y="203"/>
                  </a:lnTo>
                  <a:lnTo>
                    <a:pt x="84" y="43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4949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1"/>
            <p:cNvSpPr/>
            <p:nvPr/>
          </p:nvSpPr>
          <p:spPr>
            <a:xfrm>
              <a:off x="3178605" y="2114187"/>
              <a:ext cx="132661" cy="230202"/>
            </a:xfrm>
            <a:custGeom>
              <a:avLst/>
              <a:gdLst/>
              <a:ahLst/>
              <a:cxnLst/>
              <a:rect l="l" t="t" r="r" b="b"/>
              <a:pathLst>
                <a:path w="1307" h="2268" extrusionOk="0">
                  <a:moveTo>
                    <a:pt x="651" y="1"/>
                  </a:moveTo>
                  <a:cubicBezTo>
                    <a:pt x="293" y="1"/>
                    <a:pt x="0" y="293"/>
                    <a:pt x="0" y="657"/>
                  </a:cubicBezTo>
                  <a:cubicBezTo>
                    <a:pt x="0" y="889"/>
                    <a:pt x="126" y="1098"/>
                    <a:pt x="311" y="1212"/>
                  </a:cubicBezTo>
                  <a:lnTo>
                    <a:pt x="126" y="2267"/>
                  </a:lnTo>
                  <a:lnTo>
                    <a:pt x="1181" y="2267"/>
                  </a:lnTo>
                  <a:lnTo>
                    <a:pt x="997" y="1212"/>
                  </a:lnTo>
                  <a:cubicBezTo>
                    <a:pt x="1181" y="1098"/>
                    <a:pt x="1307" y="889"/>
                    <a:pt x="1307" y="657"/>
                  </a:cubicBezTo>
                  <a:cubicBezTo>
                    <a:pt x="1307" y="293"/>
                    <a:pt x="1014" y="1"/>
                    <a:pt x="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21"/>
          <p:cNvGrpSpPr/>
          <p:nvPr/>
        </p:nvGrpSpPr>
        <p:grpSpPr>
          <a:xfrm>
            <a:off x="3709972" y="1202900"/>
            <a:ext cx="2196600" cy="1595400"/>
            <a:chOff x="3606675" y="1202900"/>
            <a:chExt cx="2196600" cy="1595400"/>
          </a:xfrm>
        </p:grpSpPr>
        <p:sp>
          <p:nvSpPr>
            <p:cNvPr id="713" name="Google Shape;713;p21"/>
            <p:cNvSpPr/>
            <p:nvPr/>
          </p:nvSpPr>
          <p:spPr>
            <a:xfrm>
              <a:off x="3606675" y="2005400"/>
              <a:ext cx="2196600" cy="79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4" name="Google Shape;714;p21"/>
            <p:cNvGrpSpPr/>
            <p:nvPr/>
          </p:nvGrpSpPr>
          <p:grpSpPr>
            <a:xfrm>
              <a:off x="3734614" y="2088124"/>
              <a:ext cx="1940723" cy="627452"/>
              <a:chOff x="396250" y="2286596"/>
              <a:chExt cx="1940723" cy="627452"/>
            </a:xfrm>
          </p:grpSpPr>
          <p:sp>
            <p:nvSpPr>
              <p:cNvPr id="715" name="Google Shape;715;p21"/>
              <p:cNvSpPr txBox="1"/>
              <p:nvPr/>
            </p:nvSpPr>
            <p:spPr>
              <a:xfrm>
                <a:off x="396273" y="2286596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REGISTRO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16" name="Google Shape;716;p21"/>
              <p:cNvSpPr txBox="1"/>
              <p:nvPr/>
            </p:nvSpPr>
            <p:spPr>
              <a:xfrm>
                <a:off x="396250" y="2565448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Ingresamos a clouding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17" name="Google Shape;717;p21"/>
            <p:cNvSpPr/>
            <p:nvPr/>
          </p:nvSpPr>
          <p:spPr>
            <a:xfrm>
              <a:off x="4341825" y="1202900"/>
              <a:ext cx="726300" cy="72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" name="Google Shape;718;p21"/>
          <p:cNvGrpSpPr/>
          <p:nvPr/>
        </p:nvGrpSpPr>
        <p:grpSpPr>
          <a:xfrm>
            <a:off x="4592027" y="1310708"/>
            <a:ext cx="432502" cy="510681"/>
            <a:chOff x="9115180" y="1691833"/>
            <a:chExt cx="432502" cy="510681"/>
          </a:xfrm>
        </p:grpSpPr>
        <p:sp>
          <p:nvSpPr>
            <p:cNvPr id="719" name="Google Shape;719;p21"/>
            <p:cNvSpPr/>
            <p:nvPr/>
          </p:nvSpPr>
          <p:spPr>
            <a:xfrm>
              <a:off x="9174580" y="1836529"/>
              <a:ext cx="297774" cy="115091"/>
            </a:xfrm>
            <a:custGeom>
              <a:avLst/>
              <a:gdLst/>
              <a:ahLst/>
              <a:cxnLst/>
              <a:rect l="l" t="t" r="r" b="b"/>
              <a:pathLst>
                <a:path w="3048" h="1178" extrusionOk="0">
                  <a:moveTo>
                    <a:pt x="0" y="1"/>
                  </a:moveTo>
                  <a:lnTo>
                    <a:pt x="0" y="1178"/>
                  </a:lnTo>
                  <a:lnTo>
                    <a:pt x="3047" y="1178"/>
                  </a:lnTo>
                  <a:lnTo>
                    <a:pt x="3047" y="1"/>
                  </a:lnTo>
                  <a:lnTo>
                    <a:pt x="2613" y="1"/>
                  </a:lnTo>
                  <a:lnTo>
                    <a:pt x="2613" y="744"/>
                  </a:lnTo>
                  <a:lnTo>
                    <a:pt x="434" y="74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9302173" y="1930126"/>
              <a:ext cx="42497" cy="150263"/>
            </a:xfrm>
            <a:custGeom>
              <a:avLst/>
              <a:gdLst/>
              <a:ahLst/>
              <a:cxnLst/>
              <a:rect l="l" t="t" r="r" b="b"/>
              <a:pathLst>
                <a:path w="435" h="1538" extrusionOk="0">
                  <a:moveTo>
                    <a:pt x="1" y="0"/>
                  </a:moveTo>
                  <a:lnTo>
                    <a:pt x="1" y="1537"/>
                  </a:lnTo>
                  <a:lnTo>
                    <a:pt x="435" y="1537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9353367" y="1691833"/>
              <a:ext cx="194315" cy="194325"/>
            </a:xfrm>
            <a:custGeom>
              <a:avLst/>
              <a:gdLst/>
              <a:ahLst/>
              <a:cxnLst/>
              <a:rect l="l" t="t" r="r" b="b"/>
              <a:pathLst>
                <a:path w="1989" h="1989" extrusionOk="0">
                  <a:moveTo>
                    <a:pt x="1003" y="592"/>
                  </a:moveTo>
                  <a:cubicBezTo>
                    <a:pt x="1223" y="592"/>
                    <a:pt x="1397" y="772"/>
                    <a:pt x="1397" y="992"/>
                  </a:cubicBezTo>
                  <a:cubicBezTo>
                    <a:pt x="1397" y="1211"/>
                    <a:pt x="1223" y="1392"/>
                    <a:pt x="1003" y="1392"/>
                  </a:cubicBezTo>
                  <a:cubicBezTo>
                    <a:pt x="783" y="1392"/>
                    <a:pt x="603" y="1211"/>
                    <a:pt x="603" y="992"/>
                  </a:cubicBezTo>
                  <a:cubicBezTo>
                    <a:pt x="603" y="772"/>
                    <a:pt x="783" y="592"/>
                    <a:pt x="1003" y="592"/>
                  </a:cubicBezTo>
                  <a:close/>
                  <a:moveTo>
                    <a:pt x="868" y="1"/>
                  </a:moveTo>
                  <a:lnTo>
                    <a:pt x="812" y="215"/>
                  </a:lnTo>
                  <a:cubicBezTo>
                    <a:pt x="806" y="248"/>
                    <a:pt x="778" y="277"/>
                    <a:pt x="738" y="282"/>
                  </a:cubicBezTo>
                  <a:cubicBezTo>
                    <a:pt x="682" y="288"/>
                    <a:pt x="727" y="293"/>
                    <a:pt x="609" y="299"/>
                  </a:cubicBezTo>
                  <a:cubicBezTo>
                    <a:pt x="602" y="300"/>
                    <a:pt x="595" y="301"/>
                    <a:pt x="589" y="301"/>
                  </a:cubicBezTo>
                  <a:cubicBezTo>
                    <a:pt x="556" y="301"/>
                    <a:pt x="524" y="290"/>
                    <a:pt x="496" y="271"/>
                  </a:cubicBezTo>
                  <a:lnTo>
                    <a:pt x="384" y="203"/>
                  </a:lnTo>
                  <a:lnTo>
                    <a:pt x="198" y="384"/>
                  </a:lnTo>
                  <a:lnTo>
                    <a:pt x="282" y="519"/>
                  </a:lnTo>
                  <a:cubicBezTo>
                    <a:pt x="299" y="547"/>
                    <a:pt x="305" y="581"/>
                    <a:pt x="305" y="620"/>
                  </a:cubicBezTo>
                  <a:cubicBezTo>
                    <a:pt x="288" y="721"/>
                    <a:pt x="288" y="688"/>
                    <a:pt x="277" y="733"/>
                  </a:cubicBezTo>
                  <a:cubicBezTo>
                    <a:pt x="271" y="778"/>
                    <a:pt x="237" y="812"/>
                    <a:pt x="198" y="823"/>
                  </a:cubicBezTo>
                  <a:lnTo>
                    <a:pt x="1" y="868"/>
                  </a:lnTo>
                  <a:lnTo>
                    <a:pt x="1" y="1127"/>
                  </a:lnTo>
                  <a:lnTo>
                    <a:pt x="203" y="1172"/>
                  </a:lnTo>
                  <a:cubicBezTo>
                    <a:pt x="243" y="1183"/>
                    <a:pt x="271" y="1217"/>
                    <a:pt x="277" y="1251"/>
                  </a:cubicBezTo>
                  <a:cubicBezTo>
                    <a:pt x="288" y="1307"/>
                    <a:pt x="288" y="1268"/>
                    <a:pt x="299" y="1375"/>
                  </a:cubicBezTo>
                  <a:cubicBezTo>
                    <a:pt x="305" y="1414"/>
                    <a:pt x="299" y="1448"/>
                    <a:pt x="277" y="1482"/>
                  </a:cubicBezTo>
                  <a:lnTo>
                    <a:pt x="198" y="1611"/>
                  </a:lnTo>
                  <a:lnTo>
                    <a:pt x="384" y="1791"/>
                  </a:lnTo>
                  <a:lnTo>
                    <a:pt x="508" y="1713"/>
                  </a:lnTo>
                  <a:cubicBezTo>
                    <a:pt x="531" y="1699"/>
                    <a:pt x="562" y="1689"/>
                    <a:pt x="591" y="1689"/>
                  </a:cubicBezTo>
                  <a:cubicBezTo>
                    <a:pt x="597" y="1689"/>
                    <a:pt x="603" y="1689"/>
                    <a:pt x="609" y="1690"/>
                  </a:cubicBezTo>
                  <a:cubicBezTo>
                    <a:pt x="722" y="1701"/>
                    <a:pt x="682" y="1707"/>
                    <a:pt x="733" y="1713"/>
                  </a:cubicBezTo>
                  <a:cubicBezTo>
                    <a:pt x="772" y="1718"/>
                    <a:pt x="806" y="1746"/>
                    <a:pt x="817" y="1786"/>
                  </a:cubicBezTo>
                  <a:lnTo>
                    <a:pt x="868" y="1989"/>
                  </a:lnTo>
                  <a:lnTo>
                    <a:pt x="1121" y="1989"/>
                  </a:lnTo>
                  <a:lnTo>
                    <a:pt x="1172" y="1786"/>
                  </a:lnTo>
                  <a:cubicBezTo>
                    <a:pt x="1183" y="1746"/>
                    <a:pt x="1211" y="1718"/>
                    <a:pt x="1251" y="1713"/>
                  </a:cubicBezTo>
                  <a:cubicBezTo>
                    <a:pt x="1307" y="1707"/>
                    <a:pt x="1262" y="1701"/>
                    <a:pt x="1380" y="1690"/>
                  </a:cubicBezTo>
                  <a:cubicBezTo>
                    <a:pt x="1414" y="1690"/>
                    <a:pt x="1454" y="1696"/>
                    <a:pt x="1482" y="1713"/>
                  </a:cubicBezTo>
                  <a:lnTo>
                    <a:pt x="1606" y="1791"/>
                  </a:lnTo>
                  <a:lnTo>
                    <a:pt x="1786" y="1611"/>
                  </a:lnTo>
                  <a:lnTo>
                    <a:pt x="1707" y="1476"/>
                  </a:lnTo>
                  <a:cubicBezTo>
                    <a:pt x="1690" y="1448"/>
                    <a:pt x="1679" y="1409"/>
                    <a:pt x="1685" y="1375"/>
                  </a:cubicBezTo>
                  <a:cubicBezTo>
                    <a:pt x="1696" y="1273"/>
                    <a:pt x="1701" y="1307"/>
                    <a:pt x="1713" y="1262"/>
                  </a:cubicBezTo>
                  <a:cubicBezTo>
                    <a:pt x="1718" y="1217"/>
                    <a:pt x="1752" y="1183"/>
                    <a:pt x="1792" y="1172"/>
                  </a:cubicBezTo>
                  <a:lnTo>
                    <a:pt x="1989" y="1127"/>
                  </a:lnTo>
                  <a:lnTo>
                    <a:pt x="1989" y="868"/>
                  </a:lnTo>
                  <a:lnTo>
                    <a:pt x="1786" y="817"/>
                  </a:lnTo>
                  <a:cubicBezTo>
                    <a:pt x="1746" y="812"/>
                    <a:pt x="1718" y="778"/>
                    <a:pt x="1713" y="738"/>
                  </a:cubicBezTo>
                  <a:cubicBezTo>
                    <a:pt x="1701" y="682"/>
                    <a:pt x="1701" y="727"/>
                    <a:pt x="1685" y="620"/>
                  </a:cubicBezTo>
                  <a:cubicBezTo>
                    <a:pt x="1685" y="581"/>
                    <a:pt x="1690" y="547"/>
                    <a:pt x="1713" y="513"/>
                  </a:cubicBezTo>
                  <a:lnTo>
                    <a:pt x="1786" y="384"/>
                  </a:lnTo>
                  <a:lnTo>
                    <a:pt x="1606" y="203"/>
                  </a:lnTo>
                  <a:lnTo>
                    <a:pt x="1487" y="277"/>
                  </a:lnTo>
                  <a:cubicBezTo>
                    <a:pt x="1460" y="290"/>
                    <a:pt x="1432" y="301"/>
                    <a:pt x="1404" y="301"/>
                  </a:cubicBezTo>
                  <a:cubicBezTo>
                    <a:pt x="1398" y="301"/>
                    <a:pt x="1392" y="300"/>
                    <a:pt x="1386" y="299"/>
                  </a:cubicBezTo>
                  <a:cubicBezTo>
                    <a:pt x="1268" y="293"/>
                    <a:pt x="1307" y="288"/>
                    <a:pt x="1257" y="282"/>
                  </a:cubicBezTo>
                  <a:cubicBezTo>
                    <a:pt x="1217" y="277"/>
                    <a:pt x="1183" y="248"/>
                    <a:pt x="1172" y="209"/>
                  </a:cubicBezTo>
                  <a:lnTo>
                    <a:pt x="1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9145955" y="1695741"/>
              <a:ext cx="99160" cy="99068"/>
            </a:xfrm>
            <a:custGeom>
              <a:avLst/>
              <a:gdLst/>
              <a:ahLst/>
              <a:cxnLst/>
              <a:rect l="l" t="t" r="r" b="b"/>
              <a:pathLst>
                <a:path w="1015" h="1014" extrusionOk="0">
                  <a:moveTo>
                    <a:pt x="507" y="0"/>
                  </a:moveTo>
                  <a:cubicBezTo>
                    <a:pt x="226" y="0"/>
                    <a:pt x="1" y="225"/>
                    <a:pt x="1" y="507"/>
                  </a:cubicBezTo>
                  <a:cubicBezTo>
                    <a:pt x="1" y="783"/>
                    <a:pt x="226" y="1014"/>
                    <a:pt x="507" y="1014"/>
                  </a:cubicBezTo>
                  <a:cubicBezTo>
                    <a:pt x="789" y="1014"/>
                    <a:pt x="1014" y="783"/>
                    <a:pt x="1014" y="507"/>
                  </a:cubicBezTo>
                  <a:cubicBezTo>
                    <a:pt x="1014" y="225"/>
                    <a:pt x="789" y="0"/>
                    <a:pt x="5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9115180" y="1800282"/>
              <a:ext cx="160708" cy="80407"/>
            </a:xfrm>
            <a:custGeom>
              <a:avLst/>
              <a:gdLst/>
              <a:ahLst/>
              <a:cxnLst/>
              <a:rect l="l" t="t" r="r" b="b"/>
              <a:pathLst>
                <a:path w="1645" h="823" extrusionOk="0">
                  <a:moveTo>
                    <a:pt x="822" y="0"/>
                  </a:moveTo>
                  <a:cubicBezTo>
                    <a:pt x="366" y="0"/>
                    <a:pt x="0" y="366"/>
                    <a:pt x="0" y="822"/>
                  </a:cubicBezTo>
                  <a:lnTo>
                    <a:pt x="1645" y="822"/>
                  </a:lnTo>
                  <a:cubicBezTo>
                    <a:pt x="1645" y="366"/>
                    <a:pt x="1279" y="0"/>
                    <a:pt x="8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9187183" y="1993925"/>
              <a:ext cx="274132" cy="208590"/>
            </a:xfrm>
            <a:custGeom>
              <a:avLst/>
              <a:gdLst/>
              <a:ahLst/>
              <a:cxnLst/>
              <a:rect l="l" t="t" r="r" b="b"/>
              <a:pathLst>
                <a:path w="2806" h="2135" extrusionOk="0">
                  <a:moveTo>
                    <a:pt x="1831" y="0"/>
                  </a:moveTo>
                  <a:lnTo>
                    <a:pt x="1544" y="265"/>
                  </a:lnTo>
                  <a:lnTo>
                    <a:pt x="1" y="265"/>
                  </a:lnTo>
                  <a:lnTo>
                    <a:pt x="1" y="1847"/>
                  </a:lnTo>
                  <a:cubicBezTo>
                    <a:pt x="1" y="2005"/>
                    <a:pt x="136" y="2135"/>
                    <a:pt x="305" y="2135"/>
                  </a:cubicBezTo>
                  <a:lnTo>
                    <a:pt x="2501" y="2135"/>
                  </a:lnTo>
                  <a:cubicBezTo>
                    <a:pt x="2670" y="2135"/>
                    <a:pt x="2805" y="2005"/>
                    <a:pt x="2805" y="1847"/>
                  </a:cubicBezTo>
                  <a:lnTo>
                    <a:pt x="28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21"/>
          <p:cNvGrpSpPr/>
          <p:nvPr/>
        </p:nvGrpSpPr>
        <p:grpSpPr>
          <a:xfrm>
            <a:off x="6386897" y="1202900"/>
            <a:ext cx="2196600" cy="1595400"/>
            <a:chOff x="6283600" y="1202900"/>
            <a:chExt cx="2196600" cy="1595400"/>
          </a:xfrm>
        </p:grpSpPr>
        <p:sp>
          <p:nvSpPr>
            <p:cNvPr id="726" name="Google Shape;726;p21"/>
            <p:cNvSpPr/>
            <p:nvPr/>
          </p:nvSpPr>
          <p:spPr>
            <a:xfrm>
              <a:off x="6283600" y="2005400"/>
              <a:ext cx="2196600" cy="79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7" name="Google Shape;727;p21"/>
            <p:cNvGrpSpPr/>
            <p:nvPr/>
          </p:nvGrpSpPr>
          <p:grpSpPr>
            <a:xfrm>
              <a:off x="6345747" y="2088124"/>
              <a:ext cx="2058361" cy="627570"/>
              <a:chOff x="330458" y="2286596"/>
              <a:chExt cx="2058361" cy="627570"/>
            </a:xfrm>
          </p:grpSpPr>
          <p:sp>
            <p:nvSpPr>
              <p:cNvPr id="728" name="Google Shape;728;p21"/>
              <p:cNvSpPr txBox="1"/>
              <p:nvPr/>
            </p:nvSpPr>
            <p:spPr>
              <a:xfrm>
                <a:off x="396273" y="2286596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NUEVO SERVIDOR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29" name="Google Shape;729;p21"/>
              <p:cNvSpPr txBox="1"/>
              <p:nvPr/>
            </p:nvSpPr>
            <p:spPr>
              <a:xfrm>
                <a:off x="330458" y="2565566"/>
                <a:ext cx="2058361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Creamos un nuevo Servidor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30" name="Google Shape;730;p21"/>
            <p:cNvSpPr/>
            <p:nvPr/>
          </p:nvSpPr>
          <p:spPr>
            <a:xfrm>
              <a:off x="7018750" y="1202900"/>
              <a:ext cx="726300" cy="72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" name="Google Shape;731;p21"/>
          <p:cNvGrpSpPr/>
          <p:nvPr/>
        </p:nvGrpSpPr>
        <p:grpSpPr>
          <a:xfrm>
            <a:off x="3709972" y="3135000"/>
            <a:ext cx="2196600" cy="1595388"/>
            <a:chOff x="3606675" y="3135000"/>
            <a:chExt cx="2196600" cy="1595388"/>
          </a:xfrm>
        </p:grpSpPr>
        <p:sp>
          <p:nvSpPr>
            <p:cNvPr id="732" name="Google Shape;732;p21"/>
            <p:cNvSpPr/>
            <p:nvPr/>
          </p:nvSpPr>
          <p:spPr>
            <a:xfrm>
              <a:off x="3606675" y="3937488"/>
              <a:ext cx="2196600" cy="79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3" name="Google Shape;733;p21"/>
            <p:cNvGrpSpPr/>
            <p:nvPr/>
          </p:nvGrpSpPr>
          <p:grpSpPr>
            <a:xfrm>
              <a:off x="3734614" y="4020212"/>
              <a:ext cx="1940723" cy="627452"/>
              <a:chOff x="396250" y="2286596"/>
              <a:chExt cx="1940723" cy="627452"/>
            </a:xfrm>
          </p:grpSpPr>
          <p:sp>
            <p:nvSpPr>
              <p:cNvPr id="734" name="Google Shape;734;p21"/>
              <p:cNvSpPr txBox="1"/>
              <p:nvPr/>
            </p:nvSpPr>
            <p:spPr>
              <a:xfrm>
                <a:off x="396273" y="2286596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TIPO DE MV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35" name="Google Shape;735;p21"/>
              <p:cNvSpPr txBox="1"/>
              <p:nvPr/>
            </p:nvSpPr>
            <p:spPr>
              <a:xfrm>
                <a:off x="396250" y="2565448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Elegimos Ubuntu 22.04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36" name="Google Shape;736;p21"/>
            <p:cNvSpPr/>
            <p:nvPr/>
          </p:nvSpPr>
          <p:spPr>
            <a:xfrm>
              <a:off x="4341825" y="3135000"/>
              <a:ext cx="726300" cy="72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21"/>
          <p:cNvGrpSpPr/>
          <p:nvPr/>
        </p:nvGrpSpPr>
        <p:grpSpPr>
          <a:xfrm>
            <a:off x="6386897" y="3135694"/>
            <a:ext cx="2196600" cy="1621343"/>
            <a:chOff x="6283600" y="3135000"/>
            <a:chExt cx="2196600" cy="1621342"/>
          </a:xfrm>
        </p:grpSpPr>
        <p:sp>
          <p:nvSpPr>
            <p:cNvPr id="738" name="Google Shape;738;p21"/>
            <p:cNvSpPr/>
            <p:nvPr/>
          </p:nvSpPr>
          <p:spPr>
            <a:xfrm>
              <a:off x="6283600" y="3937488"/>
              <a:ext cx="2196600" cy="79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9" name="Google Shape;739;p21"/>
            <p:cNvGrpSpPr/>
            <p:nvPr/>
          </p:nvGrpSpPr>
          <p:grpSpPr>
            <a:xfrm>
              <a:off x="6423238" y="4044461"/>
              <a:ext cx="1960904" cy="711881"/>
              <a:chOff x="407949" y="2310845"/>
              <a:chExt cx="1960904" cy="711881"/>
            </a:xfrm>
          </p:grpSpPr>
          <p:sp>
            <p:nvSpPr>
              <p:cNvPr id="740" name="Google Shape;740;p21"/>
              <p:cNvSpPr txBox="1"/>
              <p:nvPr/>
            </p:nvSpPr>
            <p:spPr>
              <a:xfrm>
                <a:off x="407949" y="2310845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Configuración de Servidor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41" name="Google Shape;741;p21"/>
              <p:cNvSpPr txBox="1"/>
              <p:nvPr/>
            </p:nvSpPr>
            <p:spPr>
              <a:xfrm>
                <a:off x="428153" y="2674126"/>
                <a:ext cx="19407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200" dirty="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Escogemos la potencia</a:t>
                </a:r>
                <a:endParaRPr sz="12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42" name="Google Shape;742;p21"/>
            <p:cNvSpPr/>
            <p:nvPr/>
          </p:nvSpPr>
          <p:spPr>
            <a:xfrm>
              <a:off x="7018750" y="3135000"/>
              <a:ext cx="726300" cy="72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" name="Google Shape;743;p21"/>
          <p:cNvGrpSpPr/>
          <p:nvPr/>
        </p:nvGrpSpPr>
        <p:grpSpPr>
          <a:xfrm>
            <a:off x="7188539" y="1327909"/>
            <a:ext cx="587147" cy="476291"/>
            <a:chOff x="9944293" y="1706634"/>
            <a:chExt cx="587147" cy="476291"/>
          </a:xfrm>
        </p:grpSpPr>
        <p:sp>
          <p:nvSpPr>
            <p:cNvPr id="744" name="Google Shape;744;p21"/>
            <p:cNvSpPr/>
            <p:nvPr/>
          </p:nvSpPr>
          <p:spPr>
            <a:xfrm>
              <a:off x="9944293" y="1706634"/>
              <a:ext cx="587147" cy="351720"/>
            </a:xfrm>
            <a:custGeom>
              <a:avLst/>
              <a:gdLst/>
              <a:ahLst/>
              <a:cxnLst/>
              <a:rect l="l" t="t" r="r" b="b"/>
              <a:pathLst>
                <a:path w="6010" h="3600" extrusionOk="0">
                  <a:moveTo>
                    <a:pt x="3008" y="1"/>
                  </a:moveTo>
                  <a:cubicBezTo>
                    <a:pt x="2326" y="1"/>
                    <a:pt x="1752" y="423"/>
                    <a:pt x="1515" y="1014"/>
                  </a:cubicBezTo>
                  <a:cubicBezTo>
                    <a:pt x="1453" y="1009"/>
                    <a:pt x="1391" y="1003"/>
                    <a:pt x="1324" y="1003"/>
                  </a:cubicBezTo>
                  <a:cubicBezTo>
                    <a:pt x="592" y="1003"/>
                    <a:pt x="0" y="1606"/>
                    <a:pt x="29" y="2343"/>
                  </a:cubicBezTo>
                  <a:cubicBezTo>
                    <a:pt x="51" y="3047"/>
                    <a:pt x="637" y="3599"/>
                    <a:pt x="1341" y="3599"/>
                  </a:cubicBezTo>
                  <a:lnTo>
                    <a:pt x="4669" y="3599"/>
                  </a:lnTo>
                  <a:cubicBezTo>
                    <a:pt x="5373" y="3599"/>
                    <a:pt x="5959" y="3047"/>
                    <a:pt x="5981" y="2343"/>
                  </a:cubicBezTo>
                  <a:cubicBezTo>
                    <a:pt x="6009" y="1606"/>
                    <a:pt x="5418" y="1003"/>
                    <a:pt x="4686" y="1003"/>
                  </a:cubicBezTo>
                  <a:cubicBezTo>
                    <a:pt x="4618" y="1003"/>
                    <a:pt x="4556" y="1009"/>
                    <a:pt x="4494" y="1014"/>
                  </a:cubicBezTo>
                  <a:cubicBezTo>
                    <a:pt x="4264" y="423"/>
                    <a:pt x="3684" y="1"/>
                    <a:pt x="3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1"/>
            <p:cNvSpPr/>
            <p:nvPr/>
          </p:nvSpPr>
          <p:spPr>
            <a:xfrm>
              <a:off x="10115361" y="2008139"/>
              <a:ext cx="74932" cy="174785"/>
            </a:xfrm>
            <a:custGeom>
              <a:avLst/>
              <a:gdLst/>
              <a:ahLst/>
              <a:cxnLst/>
              <a:rect l="l" t="t" r="r" b="b"/>
              <a:pathLst>
                <a:path w="767" h="1789" extrusionOk="0">
                  <a:moveTo>
                    <a:pt x="1" y="1"/>
                  </a:moveTo>
                  <a:lnTo>
                    <a:pt x="1" y="1403"/>
                  </a:lnTo>
                  <a:cubicBezTo>
                    <a:pt x="1" y="1594"/>
                    <a:pt x="142" y="1763"/>
                    <a:pt x="339" y="1786"/>
                  </a:cubicBezTo>
                  <a:cubicBezTo>
                    <a:pt x="355" y="1788"/>
                    <a:pt x="371" y="1789"/>
                    <a:pt x="386" y="1789"/>
                  </a:cubicBezTo>
                  <a:cubicBezTo>
                    <a:pt x="596" y="1789"/>
                    <a:pt x="767" y="1618"/>
                    <a:pt x="767" y="1409"/>
                  </a:cubicBezTo>
                  <a:lnTo>
                    <a:pt x="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1"/>
            <p:cNvSpPr/>
            <p:nvPr/>
          </p:nvSpPr>
          <p:spPr>
            <a:xfrm>
              <a:off x="10033393" y="1805703"/>
              <a:ext cx="239450" cy="239463"/>
            </a:xfrm>
            <a:custGeom>
              <a:avLst/>
              <a:gdLst/>
              <a:ahLst/>
              <a:cxnLst/>
              <a:rect l="l" t="t" r="r" b="b"/>
              <a:pathLst>
                <a:path w="2451" h="2451" extrusionOk="0">
                  <a:moveTo>
                    <a:pt x="1228" y="0"/>
                  </a:moveTo>
                  <a:cubicBezTo>
                    <a:pt x="547" y="0"/>
                    <a:pt x="1" y="547"/>
                    <a:pt x="1" y="1222"/>
                  </a:cubicBezTo>
                  <a:cubicBezTo>
                    <a:pt x="1" y="1904"/>
                    <a:pt x="547" y="2450"/>
                    <a:pt x="1228" y="2450"/>
                  </a:cubicBezTo>
                  <a:cubicBezTo>
                    <a:pt x="1904" y="2450"/>
                    <a:pt x="2451" y="1904"/>
                    <a:pt x="2451" y="1222"/>
                  </a:cubicBezTo>
                  <a:cubicBezTo>
                    <a:pt x="2451" y="547"/>
                    <a:pt x="1904" y="0"/>
                    <a:pt x="12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10070322" y="1842536"/>
              <a:ext cx="165691" cy="165699"/>
            </a:xfrm>
            <a:custGeom>
              <a:avLst/>
              <a:gdLst/>
              <a:ahLst/>
              <a:cxnLst/>
              <a:rect l="l" t="t" r="r" b="b"/>
              <a:pathLst>
                <a:path w="1696" h="1696" extrusionOk="0">
                  <a:moveTo>
                    <a:pt x="850" y="1"/>
                  </a:moveTo>
                  <a:cubicBezTo>
                    <a:pt x="383" y="1"/>
                    <a:pt x="0" y="384"/>
                    <a:pt x="0" y="845"/>
                  </a:cubicBezTo>
                  <a:cubicBezTo>
                    <a:pt x="0" y="1313"/>
                    <a:pt x="383" y="1696"/>
                    <a:pt x="850" y="1696"/>
                  </a:cubicBezTo>
                  <a:cubicBezTo>
                    <a:pt x="1312" y="1696"/>
                    <a:pt x="1695" y="1313"/>
                    <a:pt x="1695" y="845"/>
                  </a:cubicBezTo>
                  <a:cubicBezTo>
                    <a:pt x="1695" y="384"/>
                    <a:pt x="1312" y="1"/>
                    <a:pt x="8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748;p21"/>
          <p:cNvGrpSpPr/>
          <p:nvPr/>
        </p:nvGrpSpPr>
        <p:grpSpPr>
          <a:xfrm>
            <a:off x="4531453" y="3217945"/>
            <a:ext cx="553647" cy="560410"/>
            <a:chOff x="10868557" y="1663207"/>
            <a:chExt cx="553647" cy="560410"/>
          </a:xfrm>
        </p:grpSpPr>
        <p:sp>
          <p:nvSpPr>
            <p:cNvPr id="749" name="Google Shape;749;p21"/>
            <p:cNvSpPr/>
            <p:nvPr/>
          </p:nvSpPr>
          <p:spPr>
            <a:xfrm>
              <a:off x="11084859" y="1927293"/>
              <a:ext cx="119481" cy="296324"/>
            </a:xfrm>
            <a:custGeom>
              <a:avLst/>
              <a:gdLst/>
              <a:ahLst/>
              <a:cxnLst/>
              <a:rect l="l" t="t" r="r" b="b"/>
              <a:pathLst>
                <a:path w="1223" h="3033" extrusionOk="0">
                  <a:moveTo>
                    <a:pt x="620" y="2270"/>
                  </a:moveTo>
                  <a:cubicBezTo>
                    <a:pt x="710" y="2270"/>
                    <a:pt x="783" y="2344"/>
                    <a:pt x="783" y="2434"/>
                  </a:cubicBezTo>
                  <a:cubicBezTo>
                    <a:pt x="783" y="2524"/>
                    <a:pt x="710" y="2597"/>
                    <a:pt x="620" y="2597"/>
                  </a:cubicBezTo>
                  <a:cubicBezTo>
                    <a:pt x="530" y="2597"/>
                    <a:pt x="456" y="2524"/>
                    <a:pt x="456" y="2434"/>
                  </a:cubicBezTo>
                  <a:cubicBezTo>
                    <a:pt x="456" y="2344"/>
                    <a:pt x="530" y="2270"/>
                    <a:pt x="620" y="2270"/>
                  </a:cubicBezTo>
                  <a:close/>
                  <a:moveTo>
                    <a:pt x="406" y="1"/>
                  </a:moveTo>
                  <a:lnTo>
                    <a:pt x="406" y="1876"/>
                  </a:lnTo>
                  <a:cubicBezTo>
                    <a:pt x="163" y="1972"/>
                    <a:pt x="0" y="2208"/>
                    <a:pt x="23" y="2484"/>
                  </a:cubicBezTo>
                  <a:cubicBezTo>
                    <a:pt x="51" y="2777"/>
                    <a:pt x="287" y="3008"/>
                    <a:pt x="580" y="3031"/>
                  </a:cubicBezTo>
                  <a:cubicBezTo>
                    <a:pt x="596" y="3032"/>
                    <a:pt x="612" y="3033"/>
                    <a:pt x="628" y="3033"/>
                  </a:cubicBezTo>
                  <a:cubicBezTo>
                    <a:pt x="956" y="3033"/>
                    <a:pt x="1222" y="2761"/>
                    <a:pt x="1222" y="2434"/>
                  </a:cubicBezTo>
                  <a:cubicBezTo>
                    <a:pt x="1222" y="2180"/>
                    <a:pt x="1065" y="1966"/>
                    <a:pt x="839" y="1876"/>
                  </a:cubicBezTo>
                  <a:lnTo>
                    <a:pt x="8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11237755" y="1940580"/>
              <a:ext cx="184448" cy="192958"/>
            </a:xfrm>
            <a:custGeom>
              <a:avLst/>
              <a:gdLst/>
              <a:ahLst/>
              <a:cxnLst/>
              <a:rect l="l" t="t" r="r" b="b"/>
              <a:pathLst>
                <a:path w="1888" h="1975" extrusionOk="0">
                  <a:moveTo>
                    <a:pt x="1273" y="1216"/>
                  </a:moveTo>
                  <a:cubicBezTo>
                    <a:pt x="1364" y="1216"/>
                    <a:pt x="1437" y="1290"/>
                    <a:pt x="1437" y="1380"/>
                  </a:cubicBezTo>
                  <a:cubicBezTo>
                    <a:pt x="1437" y="1470"/>
                    <a:pt x="1364" y="1543"/>
                    <a:pt x="1273" y="1543"/>
                  </a:cubicBezTo>
                  <a:cubicBezTo>
                    <a:pt x="1183" y="1543"/>
                    <a:pt x="1110" y="1470"/>
                    <a:pt x="1110" y="1380"/>
                  </a:cubicBezTo>
                  <a:cubicBezTo>
                    <a:pt x="1110" y="1290"/>
                    <a:pt x="1183" y="1216"/>
                    <a:pt x="1273" y="1216"/>
                  </a:cubicBezTo>
                  <a:close/>
                  <a:moveTo>
                    <a:pt x="1" y="0"/>
                  </a:moveTo>
                  <a:lnTo>
                    <a:pt x="1" y="1594"/>
                  </a:lnTo>
                  <a:lnTo>
                    <a:pt x="710" y="1594"/>
                  </a:lnTo>
                  <a:cubicBezTo>
                    <a:pt x="794" y="1813"/>
                    <a:pt x="1008" y="1974"/>
                    <a:pt x="1259" y="1974"/>
                  </a:cubicBezTo>
                  <a:cubicBezTo>
                    <a:pt x="1278" y="1974"/>
                    <a:pt x="1298" y="1973"/>
                    <a:pt x="1319" y="1971"/>
                  </a:cubicBezTo>
                  <a:cubicBezTo>
                    <a:pt x="1611" y="1949"/>
                    <a:pt x="1842" y="1712"/>
                    <a:pt x="1865" y="1419"/>
                  </a:cubicBezTo>
                  <a:cubicBezTo>
                    <a:pt x="1887" y="1070"/>
                    <a:pt x="1611" y="777"/>
                    <a:pt x="1268" y="777"/>
                  </a:cubicBezTo>
                  <a:cubicBezTo>
                    <a:pt x="1014" y="777"/>
                    <a:pt x="795" y="935"/>
                    <a:pt x="710" y="1160"/>
                  </a:cubicBezTo>
                  <a:lnTo>
                    <a:pt x="434" y="1160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1"/>
            <p:cNvSpPr/>
            <p:nvPr/>
          </p:nvSpPr>
          <p:spPr>
            <a:xfrm>
              <a:off x="10868557" y="1940580"/>
              <a:ext cx="185034" cy="193153"/>
            </a:xfrm>
            <a:custGeom>
              <a:avLst/>
              <a:gdLst/>
              <a:ahLst/>
              <a:cxnLst/>
              <a:rect l="l" t="t" r="r" b="b"/>
              <a:pathLst>
                <a:path w="1894" h="1977" extrusionOk="0">
                  <a:moveTo>
                    <a:pt x="620" y="1216"/>
                  </a:moveTo>
                  <a:cubicBezTo>
                    <a:pt x="711" y="1216"/>
                    <a:pt x="784" y="1290"/>
                    <a:pt x="784" y="1380"/>
                  </a:cubicBezTo>
                  <a:cubicBezTo>
                    <a:pt x="784" y="1470"/>
                    <a:pt x="711" y="1543"/>
                    <a:pt x="620" y="1543"/>
                  </a:cubicBezTo>
                  <a:cubicBezTo>
                    <a:pt x="530" y="1543"/>
                    <a:pt x="457" y="1470"/>
                    <a:pt x="457" y="1380"/>
                  </a:cubicBezTo>
                  <a:cubicBezTo>
                    <a:pt x="457" y="1290"/>
                    <a:pt x="530" y="1216"/>
                    <a:pt x="620" y="1216"/>
                  </a:cubicBezTo>
                  <a:close/>
                  <a:moveTo>
                    <a:pt x="1460" y="0"/>
                  </a:moveTo>
                  <a:lnTo>
                    <a:pt x="1460" y="1160"/>
                  </a:lnTo>
                  <a:lnTo>
                    <a:pt x="1184" y="1160"/>
                  </a:lnTo>
                  <a:cubicBezTo>
                    <a:pt x="1095" y="941"/>
                    <a:pt x="885" y="780"/>
                    <a:pt x="635" y="780"/>
                  </a:cubicBezTo>
                  <a:cubicBezTo>
                    <a:pt x="616" y="780"/>
                    <a:pt x="596" y="781"/>
                    <a:pt x="575" y="783"/>
                  </a:cubicBezTo>
                  <a:cubicBezTo>
                    <a:pt x="283" y="805"/>
                    <a:pt x="52" y="1042"/>
                    <a:pt x="29" y="1335"/>
                  </a:cubicBezTo>
                  <a:cubicBezTo>
                    <a:pt x="1" y="1684"/>
                    <a:pt x="283" y="1977"/>
                    <a:pt x="626" y="1977"/>
                  </a:cubicBezTo>
                  <a:cubicBezTo>
                    <a:pt x="880" y="1977"/>
                    <a:pt x="1094" y="1819"/>
                    <a:pt x="1184" y="1594"/>
                  </a:cubicBezTo>
                  <a:lnTo>
                    <a:pt x="1893" y="1594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1"/>
            <p:cNvSpPr/>
            <p:nvPr/>
          </p:nvSpPr>
          <p:spPr>
            <a:xfrm>
              <a:off x="10881257" y="1663207"/>
              <a:ext cx="528823" cy="317036"/>
            </a:xfrm>
            <a:custGeom>
              <a:avLst/>
              <a:gdLst/>
              <a:ahLst/>
              <a:cxnLst/>
              <a:rect l="l" t="t" r="r" b="b"/>
              <a:pathLst>
                <a:path w="5413" h="3245" extrusionOk="0">
                  <a:moveTo>
                    <a:pt x="2704" y="1"/>
                  </a:moveTo>
                  <a:cubicBezTo>
                    <a:pt x="2095" y="1"/>
                    <a:pt x="1572" y="384"/>
                    <a:pt x="1363" y="919"/>
                  </a:cubicBezTo>
                  <a:cubicBezTo>
                    <a:pt x="1307" y="907"/>
                    <a:pt x="1251" y="907"/>
                    <a:pt x="1189" y="907"/>
                  </a:cubicBezTo>
                  <a:cubicBezTo>
                    <a:pt x="530" y="907"/>
                    <a:pt x="1" y="1448"/>
                    <a:pt x="23" y="2113"/>
                  </a:cubicBezTo>
                  <a:cubicBezTo>
                    <a:pt x="46" y="2749"/>
                    <a:pt x="575" y="3245"/>
                    <a:pt x="1206" y="3245"/>
                  </a:cubicBezTo>
                  <a:lnTo>
                    <a:pt x="4207" y="3245"/>
                  </a:lnTo>
                  <a:cubicBezTo>
                    <a:pt x="4838" y="3245"/>
                    <a:pt x="5367" y="2749"/>
                    <a:pt x="5390" y="2113"/>
                  </a:cubicBezTo>
                  <a:cubicBezTo>
                    <a:pt x="5412" y="1448"/>
                    <a:pt x="4877" y="907"/>
                    <a:pt x="4219" y="907"/>
                  </a:cubicBezTo>
                  <a:cubicBezTo>
                    <a:pt x="4162" y="907"/>
                    <a:pt x="4100" y="907"/>
                    <a:pt x="4044" y="919"/>
                  </a:cubicBezTo>
                  <a:cubicBezTo>
                    <a:pt x="3836" y="384"/>
                    <a:pt x="3317" y="1"/>
                    <a:pt x="2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" name="Google Shape;753;p21"/>
          <p:cNvGrpSpPr/>
          <p:nvPr/>
        </p:nvGrpSpPr>
        <p:grpSpPr>
          <a:xfrm>
            <a:off x="7230410" y="3258494"/>
            <a:ext cx="503422" cy="479318"/>
            <a:chOff x="11874938" y="1708931"/>
            <a:chExt cx="503422" cy="479318"/>
          </a:xfrm>
        </p:grpSpPr>
        <p:sp>
          <p:nvSpPr>
            <p:cNvPr id="754" name="Google Shape;754;p21"/>
            <p:cNvSpPr/>
            <p:nvPr/>
          </p:nvSpPr>
          <p:spPr>
            <a:xfrm>
              <a:off x="11921149" y="1708931"/>
              <a:ext cx="409928" cy="310393"/>
            </a:xfrm>
            <a:custGeom>
              <a:avLst/>
              <a:gdLst/>
              <a:ahLst/>
              <a:cxnLst/>
              <a:rect l="l" t="t" r="r" b="b"/>
              <a:pathLst>
                <a:path w="4196" h="3177" extrusionOk="0">
                  <a:moveTo>
                    <a:pt x="2743" y="0"/>
                  </a:moveTo>
                  <a:lnTo>
                    <a:pt x="2309" y="389"/>
                  </a:lnTo>
                  <a:lnTo>
                    <a:pt x="0" y="389"/>
                  </a:lnTo>
                  <a:lnTo>
                    <a:pt x="0" y="2743"/>
                  </a:lnTo>
                  <a:cubicBezTo>
                    <a:pt x="0" y="2985"/>
                    <a:pt x="203" y="3176"/>
                    <a:pt x="451" y="3176"/>
                  </a:cubicBezTo>
                  <a:lnTo>
                    <a:pt x="3745" y="3176"/>
                  </a:lnTo>
                  <a:cubicBezTo>
                    <a:pt x="3993" y="3176"/>
                    <a:pt x="4196" y="2985"/>
                    <a:pt x="4196" y="2743"/>
                  </a:cubicBezTo>
                  <a:lnTo>
                    <a:pt x="41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11945281" y="1850304"/>
              <a:ext cx="101896" cy="42988"/>
            </a:xfrm>
            <a:custGeom>
              <a:avLst/>
              <a:gdLst/>
              <a:ahLst/>
              <a:cxnLst/>
              <a:rect l="l" t="t" r="r" b="b"/>
              <a:pathLst>
                <a:path w="1043" h="440" extrusionOk="0">
                  <a:moveTo>
                    <a:pt x="1" y="1"/>
                  </a:moveTo>
                  <a:lnTo>
                    <a:pt x="1" y="440"/>
                  </a:lnTo>
                  <a:lnTo>
                    <a:pt x="1043" y="440"/>
                  </a:lnTo>
                  <a:lnTo>
                    <a:pt x="10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11945281" y="1786506"/>
              <a:ext cx="62329" cy="42988"/>
            </a:xfrm>
            <a:custGeom>
              <a:avLst/>
              <a:gdLst/>
              <a:ahLst/>
              <a:cxnLst/>
              <a:rect l="l" t="t" r="r" b="b"/>
              <a:pathLst>
                <a:path w="638" h="440" extrusionOk="0">
                  <a:moveTo>
                    <a:pt x="1" y="0"/>
                  </a:moveTo>
                  <a:lnTo>
                    <a:pt x="1" y="440"/>
                  </a:lnTo>
                  <a:lnTo>
                    <a:pt x="637" y="440"/>
                  </a:lnTo>
                  <a:lnTo>
                    <a:pt x="6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11874938" y="1886063"/>
              <a:ext cx="503422" cy="302186"/>
            </a:xfrm>
            <a:custGeom>
              <a:avLst/>
              <a:gdLst/>
              <a:ahLst/>
              <a:cxnLst/>
              <a:rect l="l" t="t" r="r" b="b"/>
              <a:pathLst>
                <a:path w="5153" h="3093" extrusionOk="0">
                  <a:moveTo>
                    <a:pt x="2579" y="1"/>
                  </a:moveTo>
                  <a:cubicBezTo>
                    <a:pt x="1994" y="1"/>
                    <a:pt x="1498" y="361"/>
                    <a:pt x="1301" y="873"/>
                  </a:cubicBezTo>
                  <a:cubicBezTo>
                    <a:pt x="1245" y="868"/>
                    <a:pt x="1188" y="862"/>
                    <a:pt x="1132" y="862"/>
                  </a:cubicBezTo>
                  <a:cubicBezTo>
                    <a:pt x="507" y="862"/>
                    <a:pt x="0" y="1380"/>
                    <a:pt x="17" y="2017"/>
                  </a:cubicBezTo>
                  <a:cubicBezTo>
                    <a:pt x="39" y="2619"/>
                    <a:pt x="546" y="3092"/>
                    <a:pt x="1149" y="3092"/>
                  </a:cubicBezTo>
                  <a:lnTo>
                    <a:pt x="4010" y="3092"/>
                  </a:lnTo>
                  <a:cubicBezTo>
                    <a:pt x="4612" y="3092"/>
                    <a:pt x="5114" y="2619"/>
                    <a:pt x="5136" y="2017"/>
                  </a:cubicBezTo>
                  <a:cubicBezTo>
                    <a:pt x="5153" y="1380"/>
                    <a:pt x="4646" y="862"/>
                    <a:pt x="4021" y="862"/>
                  </a:cubicBezTo>
                  <a:cubicBezTo>
                    <a:pt x="3965" y="862"/>
                    <a:pt x="3908" y="868"/>
                    <a:pt x="3852" y="873"/>
                  </a:cubicBezTo>
                  <a:cubicBezTo>
                    <a:pt x="3655" y="361"/>
                    <a:pt x="3159" y="1"/>
                    <a:pt x="2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0" name="Google Shape;1550;p26"/>
          <p:cNvCxnSpPr>
            <a:stCxn id="1551" idx="6"/>
            <a:endCxn id="1552" idx="2"/>
          </p:cNvCxnSpPr>
          <p:nvPr/>
        </p:nvCxnSpPr>
        <p:spPr>
          <a:xfrm rot="10800000" flipH="1">
            <a:off x="2827688" y="1969863"/>
            <a:ext cx="598500" cy="8451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26"/>
          <p:cNvCxnSpPr>
            <a:cxnSpLocks/>
            <a:stCxn id="1554" idx="6"/>
          </p:cNvCxnSpPr>
          <p:nvPr/>
        </p:nvCxnSpPr>
        <p:spPr>
          <a:xfrm rot="10800000" flipH="1">
            <a:off x="2827688" y="3067475"/>
            <a:ext cx="598500" cy="4848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6" name="Google Shape;1556;p26"/>
          <p:cNvCxnSpPr>
            <a:stCxn id="1557" idx="6"/>
            <a:endCxn id="1558" idx="2"/>
          </p:cNvCxnSpPr>
          <p:nvPr/>
        </p:nvCxnSpPr>
        <p:spPr>
          <a:xfrm rot="10800000" flipH="1">
            <a:off x="2827688" y="4165275"/>
            <a:ext cx="598500" cy="1254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9" name="Google Shape;1559;p26"/>
          <p:cNvSpPr txBox="1">
            <a:spLocks noGrp="1"/>
          </p:cNvSpPr>
          <p:nvPr>
            <p:ph type="title"/>
          </p:nvPr>
        </p:nvSpPr>
        <p:spPr>
          <a:xfrm>
            <a:off x="473528" y="428259"/>
            <a:ext cx="8213272" cy="858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err="1"/>
              <a:t>Configuración</a:t>
            </a:r>
            <a:r>
              <a:rPr lang="en" sz="2800"/>
              <a:t> del Firewall de la MV para </a:t>
            </a:r>
            <a:r>
              <a:rPr lang="en" sz="2800" err="1"/>
              <a:t>conexiones</a:t>
            </a:r>
            <a:r>
              <a:rPr lang="en" sz="2800"/>
              <a:t> http y ssh </a:t>
            </a:r>
            <a:r>
              <a:rPr lang="en" sz="2800" err="1"/>
              <a:t>exclusivamente</a:t>
            </a:r>
            <a:endParaRPr lang="en" sz="2800"/>
          </a:p>
        </p:txBody>
      </p:sp>
      <p:grpSp>
        <p:nvGrpSpPr>
          <p:cNvPr id="1560" name="Google Shape;1560;p26"/>
          <p:cNvGrpSpPr/>
          <p:nvPr/>
        </p:nvGrpSpPr>
        <p:grpSpPr>
          <a:xfrm>
            <a:off x="472823" y="1502228"/>
            <a:ext cx="2468393" cy="3088752"/>
            <a:chOff x="472823" y="1502228"/>
            <a:chExt cx="2468393" cy="3088752"/>
          </a:xfrm>
        </p:grpSpPr>
        <p:sp>
          <p:nvSpPr>
            <p:cNvPr id="1561" name="Google Shape;1561;p26"/>
            <p:cNvSpPr/>
            <p:nvPr/>
          </p:nvSpPr>
          <p:spPr>
            <a:xfrm>
              <a:off x="472823" y="2513597"/>
              <a:ext cx="2468393" cy="602747"/>
            </a:xfrm>
            <a:custGeom>
              <a:avLst/>
              <a:gdLst/>
              <a:ahLst/>
              <a:cxnLst/>
              <a:rect l="l" t="t" r="r" b="b"/>
              <a:pathLst>
                <a:path w="14198" h="3467" extrusionOk="0">
                  <a:moveTo>
                    <a:pt x="669" y="1"/>
                  </a:moveTo>
                  <a:cubicBezTo>
                    <a:pt x="299" y="1"/>
                    <a:pt x="1" y="305"/>
                    <a:pt x="1" y="675"/>
                  </a:cubicBezTo>
                  <a:lnTo>
                    <a:pt x="1" y="2792"/>
                  </a:lnTo>
                  <a:cubicBezTo>
                    <a:pt x="1" y="3162"/>
                    <a:pt x="299" y="3466"/>
                    <a:pt x="669" y="3466"/>
                  </a:cubicBezTo>
                  <a:lnTo>
                    <a:pt x="13529" y="3466"/>
                  </a:lnTo>
                  <a:cubicBezTo>
                    <a:pt x="13899" y="3466"/>
                    <a:pt x="14197" y="3162"/>
                    <a:pt x="14197" y="2792"/>
                  </a:cubicBezTo>
                  <a:lnTo>
                    <a:pt x="14197" y="675"/>
                  </a:lnTo>
                  <a:cubicBezTo>
                    <a:pt x="14197" y="305"/>
                    <a:pt x="13899" y="1"/>
                    <a:pt x="135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6"/>
            <p:cNvSpPr/>
            <p:nvPr/>
          </p:nvSpPr>
          <p:spPr>
            <a:xfrm>
              <a:off x="623210" y="3116178"/>
              <a:ext cx="2167624" cy="134910"/>
            </a:xfrm>
            <a:custGeom>
              <a:avLst/>
              <a:gdLst/>
              <a:ahLst/>
              <a:cxnLst/>
              <a:rect l="l" t="t" r="r" b="b"/>
              <a:pathLst>
                <a:path w="12468" h="776" extrusionOk="0">
                  <a:moveTo>
                    <a:pt x="1" y="0"/>
                  </a:moveTo>
                  <a:lnTo>
                    <a:pt x="1" y="776"/>
                  </a:lnTo>
                  <a:lnTo>
                    <a:pt x="12467" y="776"/>
                  </a:lnTo>
                  <a:lnTo>
                    <a:pt x="12467" y="0"/>
                  </a:lnTo>
                  <a:close/>
                </a:path>
              </a:pathLst>
            </a:custGeom>
            <a:solidFill>
              <a:srgbClr val="5252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6"/>
            <p:cNvSpPr/>
            <p:nvPr/>
          </p:nvSpPr>
          <p:spPr>
            <a:xfrm>
              <a:off x="472823" y="3250915"/>
              <a:ext cx="2468393" cy="602747"/>
            </a:xfrm>
            <a:custGeom>
              <a:avLst/>
              <a:gdLst/>
              <a:ahLst/>
              <a:cxnLst/>
              <a:rect l="l" t="t" r="r" b="b"/>
              <a:pathLst>
                <a:path w="14198" h="3467" extrusionOk="0">
                  <a:moveTo>
                    <a:pt x="669" y="1"/>
                  </a:moveTo>
                  <a:cubicBezTo>
                    <a:pt x="299" y="1"/>
                    <a:pt x="1" y="305"/>
                    <a:pt x="1" y="675"/>
                  </a:cubicBezTo>
                  <a:lnTo>
                    <a:pt x="1" y="2798"/>
                  </a:lnTo>
                  <a:cubicBezTo>
                    <a:pt x="1" y="3168"/>
                    <a:pt x="299" y="3466"/>
                    <a:pt x="669" y="3466"/>
                  </a:cubicBezTo>
                  <a:lnTo>
                    <a:pt x="13529" y="3466"/>
                  </a:lnTo>
                  <a:cubicBezTo>
                    <a:pt x="13899" y="3466"/>
                    <a:pt x="14197" y="3168"/>
                    <a:pt x="14197" y="2798"/>
                  </a:cubicBezTo>
                  <a:lnTo>
                    <a:pt x="14197" y="675"/>
                  </a:lnTo>
                  <a:cubicBezTo>
                    <a:pt x="14197" y="305"/>
                    <a:pt x="13899" y="1"/>
                    <a:pt x="135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6"/>
            <p:cNvSpPr/>
            <p:nvPr/>
          </p:nvSpPr>
          <p:spPr>
            <a:xfrm>
              <a:off x="623210" y="3853496"/>
              <a:ext cx="2167624" cy="135953"/>
            </a:xfrm>
            <a:custGeom>
              <a:avLst/>
              <a:gdLst/>
              <a:ahLst/>
              <a:cxnLst/>
              <a:rect l="l" t="t" r="r" b="b"/>
              <a:pathLst>
                <a:path w="12468" h="782" extrusionOk="0">
                  <a:moveTo>
                    <a:pt x="1" y="0"/>
                  </a:moveTo>
                  <a:lnTo>
                    <a:pt x="1" y="782"/>
                  </a:lnTo>
                  <a:lnTo>
                    <a:pt x="12467" y="782"/>
                  </a:lnTo>
                  <a:lnTo>
                    <a:pt x="12467" y="0"/>
                  </a:lnTo>
                  <a:close/>
                </a:path>
              </a:pathLst>
            </a:custGeom>
            <a:solidFill>
              <a:srgbClr val="5252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6"/>
            <p:cNvSpPr/>
            <p:nvPr/>
          </p:nvSpPr>
          <p:spPr>
            <a:xfrm>
              <a:off x="472823" y="3989276"/>
              <a:ext cx="2468393" cy="601704"/>
            </a:xfrm>
            <a:custGeom>
              <a:avLst/>
              <a:gdLst/>
              <a:ahLst/>
              <a:cxnLst/>
              <a:rect l="l" t="t" r="r" b="b"/>
              <a:pathLst>
                <a:path w="14198" h="3461" extrusionOk="0">
                  <a:moveTo>
                    <a:pt x="669" y="1"/>
                  </a:moveTo>
                  <a:cubicBezTo>
                    <a:pt x="299" y="1"/>
                    <a:pt x="1" y="299"/>
                    <a:pt x="1" y="669"/>
                  </a:cubicBezTo>
                  <a:lnTo>
                    <a:pt x="1" y="2792"/>
                  </a:lnTo>
                  <a:cubicBezTo>
                    <a:pt x="1" y="3162"/>
                    <a:pt x="299" y="3460"/>
                    <a:pt x="669" y="3460"/>
                  </a:cubicBezTo>
                  <a:lnTo>
                    <a:pt x="13529" y="3460"/>
                  </a:lnTo>
                  <a:cubicBezTo>
                    <a:pt x="13899" y="3460"/>
                    <a:pt x="14197" y="3162"/>
                    <a:pt x="14197" y="2792"/>
                  </a:cubicBezTo>
                  <a:lnTo>
                    <a:pt x="14197" y="669"/>
                  </a:lnTo>
                  <a:cubicBezTo>
                    <a:pt x="14197" y="299"/>
                    <a:pt x="13899" y="1"/>
                    <a:pt x="135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6"/>
            <p:cNvSpPr/>
            <p:nvPr/>
          </p:nvSpPr>
          <p:spPr>
            <a:xfrm>
              <a:off x="892865" y="2284456"/>
              <a:ext cx="1628326" cy="229311"/>
            </a:xfrm>
            <a:custGeom>
              <a:avLst/>
              <a:gdLst/>
              <a:ahLst/>
              <a:cxnLst/>
              <a:rect l="l" t="t" r="r" b="b"/>
              <a:pathLst>
                <a:path w="9366" h="1319" extrusionOk="0">
                  <a:moveTo>
                    <a:pt x="1" y="0"/>
                  </a:moveTo>
                  <a:lnTo>
                    <a:pt x="669" y="1319"/>
                  </a:lnTo>
                  <a:lnTo>
                    <a:pt x="8697" y="1319"/>
                  </a:lnTo>
                  <a:lnTo>
                    <a:pt x="93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6"/>
            <p:cNvSpPr/>
            <p:nvPr/>
          </p:nvSpPr>
          <p:spPr>
            <a:xfrm>
              <a:off x="752909" y="2167278"/>
              <a:ext cx="1908232" cy="117350"/>
            </a:xfrm>
            <a:custGeom>
              <a:avLst/>
              <a:gdLst/>
              <a:ahLst/>
              <a:cxnLst/>
              <a:rect l="l" t="t" r="r" b="b"/>
              <a:pathLst>
                <a:path w="10976" h="67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cubicBezTo>
                    <a:pt x="0" y="519"/>
                    <a:pt x="149" y="674"/>
                    <a:pt x="334" y="674"/>
                  </a:cubicBezTo>
                  <a:lnTo>
                    <a:pt x="10642" y="674"/>
                  </a:lnTo>
                  <a:cubicBezTo>
                    <a:pt x="10826" y="674"/>
                    <a:pt x="10976" y="519"/>
                    <a:pt x="10976" y="334"/>
                  </a:cubicBezTo>
                  <a:cubicBezTo>
                    <a:pt x="10976" y="149"/>
                    <a:pt x="10826" y="0"/>
                    <a:pt x="106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6"/>
            <p:cNvSpPr/>
            <p:nvPr/>
          </p:nvSpPr>
          <p:spPr>
            <a:xfrm>
              <a:off x="2625712" y="2513597"/>
              <a:ext cx="90405" cy="166029"/>
            </a:xfrm>
            <a:custGeom>
              <a:avLst/>
              <a:gdLst/>
              <a:ahLst/>
              <a:cxnLst/>
              <a:rect l="l" t="t" r="r" b="b"/>
              <a:pathLst>
                <a:path w="520" h="955" extrusionOk="0">
                  <a:moveTo>
                    <a:pt x="1" y="1"/>
                  </a:moveTo>
                  <a:lnTo>
                    <a:pt x="1" y="693"/>
                  </a:lnTo>
                  <a:cubicBezTo>
                    <a:pt x="1" y="836"/>
                    <a:pt x="114" y="955"/>
                    <a:pt x="257" y="955"/>
                  </a:cubicBezTo>
                  <a:cubicBezTo>
                    <a:pt x="400" y="955"/>
                    <a:pt x="520" y="836"/>
                    <a:pt x="520" y="693"/>
                  </a:cubicBezTo>
                  <a:lnTo>
                    <a:pt x="5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6"/>
            <p:cNvSpPr/>
            <p:nvPr/>
          </p:nvSpPr>
          <p:spPr>
            <a:xfrm>
              <a:off x="2474282" y="2513597"/>
              <a:ext cx="90405" cy="166029"/>
            </a:xfrm>
            <a:custGeom>
              <a:avLst/>
              <a:gdLst/>
              <a:ahLst/>
              <a:cxnLst/>
              <a:rect l="l" t="t" r="r" b="b"/>
              <a:pathLst>
                <a:path w="520" h="955" extrusionOk="0">
                  <a:moveTo>
                    <a:pt x="1" y="1"/>
                  </a:moveTo>
                  <a:lnTo>
                    <a:pt x="1" y="693"/>
                  </a:lnTo>
                  <a:cubicBezTo>
                    <a:pt x="1" y="836"/>
                    <a:pt x="120" y="955"/>
                    <a:pt x="263" y="955"/>
                  </a:cubicBezTo>
                  <a:cubicBezTo>
                    <a:pt x="407" y="955"/>
                    <a:pt x="520" y="836"/>
                    <a:pt x="520" y="693"/>
                  </a:cubicBezTo>
                  <a:lnTo>
                    <a:pt x="5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6"/>
            <p:cNvSpPr/>
            <p:nvPr/>
          </p:nvSpPr>
          <p:spPr>
            <a:xfrm>
              <a:off x="2324068" y="2513597"/>
              <a:ext cx="90231" cy="166029"/>
            </a:xfrm>
            <a:custGeom>
              <a:avLst/>
              <a:gdLst/>
              <a:ahLst/>
              <a:cxnLst/>
              <a:rect l="l" t="t" r="r" b="b"/>
              <a:pathLst>
                <a:path w="519" h="955" extrusionOk="0">
                  <a:moveTo>
                    <a:pt x="0" y="1"/>
                  </a:moveTo>
                  <a:lnTo>
                    <a:pt x="0" y="693"/>
                  </a:lnTo>
                  <a:cubicBezTo>
                    <a:pt x="0" y="836"/>
                    <a:pt x="119" y="955"/>
                    <a:pt x="262" y="955"/>
                  </a:cubicBezTo>
                  <a:cubicBezTo>
                    <a:pt x="406" y="955"/>
                    <a:pt x="519" y="836"/>
                    <a:pt x="519" y="693"/>
                  </a:cubicBezTo>
                  <a:lnTo>
                    <a:pt x="5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6"/>
            <p:cNvSpPr/>
            <p:nvPr/>
          </p:nvSpPr>
          <p:spPr>
            <a:xfrm>
              <a:off x="2625712" y="3250915"/>
              <a:ext cx="90405" cy="166029"/>
            </a:xfrm>
            <a:custGeom>
              <a:avLst/>
              <a:gdLst/>
              <a:ahLst/>
              <a:cxnLst/>
              <a:rect l="l" t="t" r="r" b="b"/>
              <a:pathLst>
                <a:path w="520" h="955" extrusionOk="0">
                  <a:moveTo>
                    <a:pt x="1" y="1"/>
                  </a:moveTo>
                  <a:lnTo>
                    <a:pt x="1" y="698"/>
                  </a:lnTo>
                  <a:cubicBezTo>
                    <a:pt x="1" y="842"/>
                    <a:pt x="114" y="955"/>
                    <a:pt x="257" y="955"/>
                  </a:cubicBezTo>
                  <a:cubicBezTo>
                    <a:pt x="400" y="955"/>
                    <a:pt x="520" y="842"/>
                    <a:pt x="520" y="698"/>
                  </a:cubicBezTo>
                  <a:lnTo>
                    <a:pt x="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6"/>
            <p:cNvSpPr/>
            <p:nvPr/>
          </p:nvSpPr>
          <p:spPr>
            <a:xfrm>
              <a:off x="2474282" y="3250915"/>
              <a:ext cx="90405" cy="166029"/>
            </a:xfrm>
            <a:custGeom>
              <a:avLst/>
              <a:gdLst/>
              <a:ahLst/>
              <a:cxnLst/>
              <a:rect l="l" t="t" r="r" b="b"/>
              <a:pathLst>
                <a:path w="520" h="955" extrusionOk="0">
                  <a:moveTo>
                    <a:pt x="1" y="1"/>
                  </a:moveTo>
                  <a:lnTo>
                    <a:pt x="1" y="698"/>
                  </a:lnTo>
                  <a:cubicBezTo>
                    <a:pt x="1" y="842"/>
                    <a:pt x="120" y="955"/>
                    <a:pt x="263" y="955"/>
                  </a:cubicBezTo>
                  <a:cubicBezTo>
                    <a:pt x="407" y="955"/>
                    <a:pt x="520" y="842"/>
                    <a:pt x="520" y="698"/>
                  </a:cubicBezTo>
                  <a:lnTo>
                    <a:pt x="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6"/>
            <p:cNvSpPr/>
            <p:nvPr/>
          </p:nvSpPr>
          <p:spPr>
            <a:xfrm>
              <a:off x="2324068" y="3250915"/>
              <a:ext cx="90231" cy="166029"/>
            </a:xfrm>
            <a:custGeom>
              <a:avLst/>
              <a:gdLst/>
              <a:ahLst/>
              <a:cxnLst/>
              <a:rect l="l" t="t" r="r" b="b"/>
              <a:pathLst>
                <a:path w="519" h="955" extrusionOk="0">
                  <a:moveTo>
                    <a:pt x="0" y="1"/>
                  </a:moveTo>
                  <a:lnTo>
                    <a:pt x="0" y="698"/>
                  </a:lnTo>
                  <a:cubicBezTo>
                    <a:pt x="0" y="842"/>
                    <a:pt x="119" y="955"/>
                    <a:pt x="262" y="955"/>
                  </a:cubicBezTo>
                  <a:cubicBezTo>
                    <a:pt x="406" y="955"/>
                    <a:pt x="519" y="842"/>
                    <a:pt x="519" y="698"/>
                  </a:cubicBezTo>
                  <a:lnTo>
                    <a:pt x="5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6"/>
            <p:cNvSpPr/>
            <p:nvPr/>
          </p:nvSpPr>
          <p:spPr>
            <a:xfrm>
              <a:off x="2625712" y="3989276"/>
              <a:ext cx="90405" cy="164986"/>
            </a:xfrm>
            <a:custGeom>
              <a:avLst/>
              <a:gdLst/>
              <a:ahLst/>
              <a:cxnLst/>
              <a:rect l="l" t="t" r="r" b="b"/>
              <a:pathLst>
                <a:path w="520" h="949" extrusionOk="0">
                  <a:moveTo>
                    <a:pt x="1" y="1"/>
                  </a:moveTo>
                  <a:lnTo>
                    <a:pt x="1" y="692"/>
                  </a:lnTo>
                  <a:cubicBezTo>
                    <a:pt x="1" y="836"/>
                    <a:pt x="114" y="949"/>
                    <a:pt x="257" y="949"/>
                  </a:cubicBezTo>
                  <a:cubicBezTo>
                    <a:pt x="400" y="949"/>
                    <a:pt x="520" y="836"/>
                    <a:pt x="520" y="692"/>
                  </a:cubicBez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6"/>
            <p:cNvSpPr/>
            <p:nvPr/>
          </p:nvSpPr>
          <p:spPr>
            <a:xfrm>
              <a:off x="2474282" y="3989276"/>
              <a:ext cx="90405" cy="164986"/>
            </a:xfrm>
            <a:custGeom>
              <a:avLst/>
              <a:gdLst/>
              <a:ahLst/>
              <a:cxnLst/>
              <a:rect l="l" t="t" r="r" b="b"/>
              <a:pathLst>
                <a:path w="520" h="949" extrusionOk="0">
                  <a:moveTo>
                    <a:pt x="1" y="1"/>
                  </a:moveTo>
                  <a:lnTo>
                    <a:pt x="1" y="692"/>
                  </a:lnTo>
                  <a:cubicBezTo>
                    <a:pt x="1" y="836"/>
                    <a:pt x="120" y="949"/>
                    <a:pt x="263" y="949"/>
                  </a:cubicBezTo>
                  <a:cubicBezTo>
                    <a:pt x="407" y="949"/>
                    <a:pt x="520" y="836"/>
                    <a:pt x="520" y="692"/>
                  </a:cubicBez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6"/>
            <p:cNvSpPr/>
            <p:nvPr/>
          </p:nvSpPr>
          <p:spPr>
            <a:xfrm>
              <a:off x="2324068" y="3989276"/>
              <a:ext cx="90231" cy="164986"/>
            </a:xfrm>
            <a:custGeom>
              <a:avLst/>
              <a:gdLst/>
              <a:ahLst/>
              <a:cxnLst/>
              <a:rect l="l" t="t" r="r" b="b"/>
              <a:pathLst>
                <a:path w="519" h="949" extrusionOk="0">
                  <a:moveTo>
                    <a:pt x="0" y="1"/>
                  </a:moveTo>
                  <a:lnTo>
                    <a:pt x="0" y="692"/>
                  </a:lnTo>
                  <a:cubicBezTo>
                    <a:pt x="0" y="836"/>
                    <a:pt x="119" y="949"/>
                    <a:pt x="262" y="949"/>
                  </a:cubicBezTo>
                  <a:cubicBezTo>
                    <a:pt x="406" y="949"/>
                    <a:pt x="519" y="836"/>
                    <a:pt x="519" y="692"/>
                  </a:cubicBez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6"/>
            <p:cNvSpPr/>
            <p:nvPr/>
          </p:nvSpPr>
          <p:spPr>
            <a:xfrm>
              <a:off x="638858" y="2589398"/>
              <a:ext cx="1143966" cy="451147"/>
            </a:xfrm>
            <a:custGeom>
              <a:avLst/>
              <a:gdLst/>
              <a:ahLst/>
              <a:cxnLst/>
              <a:rect l="l" t="t" r="r" b="b"/>
              <a:pathLst>
                <a:path w="6580" h="2595" extrusionOk="0">
                  <a:moveTo>
                    <a:pt x="0" y="0"/>
                  </a:moveTo>
                  <a:lnTo>
                    <a:pt x="0" y="2595"/>
                  </a:lnTo>
                  <a:lnTo>
                    <a:pt x="6579" y="2595"/>
                  </a:lnTo>
                  <a:lnTo>
                    <a:pt x="65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6"/>
            <p:cNvSpPr/>
            <p:nvPr/>
          </p:nvSpPr>
          <p:spPr>
            <a:xfrm>
              <a:off x="638858" y="3326716"/>
              <a:ext cx="1143966" cy="452190"/>
            </a:xfrm>
            <a:custGeom>
              <a:avLst/>
              <a:gdLst/>
              <a:ahLst/>
              <a:cxnLst/>
              <a:rect l="l" t="t" r="r" b="b"/>
              <a:pathLst>
                <a:path w="6580" h="2601" extrusionOk="0">
                  <a:moveTo>
                    <a:pt x="0" y="0"/>
                  </a:moveTo>
                  <a:lnTo>
                    <a:pt x="0" y="2601"/>
                  </a:lnTo>
                  <a:lnTo>
                    <a:pt x="6579" y="2601"/>
                  </a:lnTo>
                  <a:lnTo>
                    <a:pt x="65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6"/>
            <p:cNvSpPr/>
            <p:nvPr/>
          </p:nvSpPr>
          <p:spPr>
            <a:xfrm>
              <a:off x="638858" y="4063860"/>
              <a:ext cx="1143966" cy="452364"/>
            </a:xfrm>
            <a:custGeom>
              <a:avLst/>
              <a:gdLst/>
              <a:ahLst/>
              <a:cxnLst/>
              <a:rect l="l" t="t" r="r" b="b"/>
              <a:pathLst>
                <a:path w="6580" h="2602" extrusionOk="0">
                  <a:moveTo>
                    <a:pt x="0" y="1"/>
                  </a:moveTo>
                  <a:lnTo>
                    <a:pt x="0" y="2602"/>
                  </a:lnTo>
                  <a:lnTo>
                    <a:pt x="6579" y="2602"/>
                  </a:lnTo>
                  <a:lnTo>
                    <a:pt x="65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6"/>
            <p:cNvSpPr/>
            <p:nvPr/>
          </p:nvSpPr>
          <p:spPr>
            <a:xfrm>
              <a:off x="683365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6"/>
            <p:cNvSpPr/>
            <p:nvPr/>
          </p:nvSpPr>
          <p:spPr>
            <a:xfrm>
              <a:off x="803675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6"/>
            <p:cNvSpPr/>
            <p:nvPr/>
          </p:nvSpPr>
          <p:spPr>
            <a:xfrm>
              <a:off x="923985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6"/>
            <p:cNvSpPr/>
            <p:nvPr/>
          </p:nvSpPr>
          <p:spPr>
            <a:xfrm>
              <a:off x="1044296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6"/>
            <p:cNvSpPr/>
            <p:nvPr/>
          </p:nvSpPr>
          <p:spPr>
            <a:xfrm>
              <a:off x="1165649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6"/>
            <p:cNvSpPr/>
            <p:nvPr/>
          </p:nvSpPr>
          <p:spPr>
            <a:xfrm>
              <a:off x="1285959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6"/>
            <p:cNvSpPr/>
            <p:nvPr/>
          </p:nvSpPr>
          <p:spPr>
            <a:xfrm>
              <a:off x="1406269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6"/>
            <p:cNvSpPr/>
            <p:nvPr/>
          </p:nvSpPr>
          <p:spPr>
            <a:xfrm>
              <a:off x="1526579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6"/>
            <p:cNvSpPr/>
            <p:nvPr/>
          </p:nvSpPr>
          <p:spPr>
            <a:xfrm>
              <a:off x="1646715" y="26493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6"/>
            <p:cNvSpPr/>
            <p:nvPr/>
          </p:nvSpPr>
          <p:spPr>
            <a:xfrm>
              <a:off x="683365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6"/>
            <p:cNvSpPr/>
            <p:nvPr/>
          </p:nvSpPr>
          <p:spPr>
            <a:xfrm>
              <a:off x="803675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6"/>
            <p:cNvSpPr/>
            <p:nvPr/>
          </p:nvSpPr>
          <p:spPr>
            <a:xfrm>
              <a:off x="923985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6"/>
            <p:cNvSpPr/>
            <p:nvPr/>
          </p:nvSpPr>
          <p:spPr>
            <a:xfrm>
              <a:off x="1044296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6"/>
            <p:cNvSpPr/>
            <p:nvPr/>
          </p:nvSpPr>
          <p:spPr>
            <a:xfrm>
              <a:off x="1165649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6"/>
            <p:cNvSpPr/>
            <p:nvPr/>
          </p:nvSpPr>
          <p:spPr>
            <a:xfrm>
              <a:off x="1285959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6"/>
            <p:cNvSpPr/>
            <p:nvPr/>
          </p:nvSpPr>
          <p:spPr>
            <a:xfrm>
              <a:off x="1406269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6"/>
            <p:cNvSpPr/>
            <p:nvPr/>
          </p:nvSpPr>
          <p:spPr>
            <a:xfrm>
              <a:off x="1526579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6"/>
            <p:cNvSpPr/>
            <p:nvPr/>
          </p:nvSpPr>
          <p:spPr>
            <a:xfrm>
              <a:off x="1646715" y="276968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6"/>
            <p:cNvSpPr/>
            <p:nvPr/>
          </p:nvSpPr>
          <p:spPr>
            <a:xfrm>
              <a:off x="683365" y="288999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6"/>
            <p:cNvSpPr/>
            <p:nvPr/>
          </p:nvSpPr>
          <p:spPr>
            <a:xfrm>
              <a:off x="803675" y="288999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6"/>
            <p:cNvSpPr/>
            <p:nvPr/>
          </p:nvSpPr>
          <p:spPr>
            <a:xfrm>
              <a:off x="923985" y="288999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6"/>
            <p:cNvSpPr/>
            <p:nvPr/>
          </p:nvSpPr>
          <p:spPr>
            <a:xfrm>
              <a:off x="1044296" y="288999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6"/>
            <p:cNvSpPr/>
            <p:nvPr/>
          </p:nvSpPr>
          <p:spPr>
            <a:xfrm>
              <a:off x="1165649" y="288999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0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6"/>
            <p:cNvSpPr/>
            <p:nvPr/>
          </p:nvSpPr>
          <p:spPr>
            <a:xfrm>
              <a:off x="683365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6" y="519"/>
                    <a:pt x="520" y="400"/>
                    <a:pt x="520" y="257"/>
                  </a:cubicBezTo>
                  <a:cubicBezTo>
                    <a:pt x="520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6"/>
            <p:cNvSpPr/>
            <p:nvPr/>
          </p:nvSpPr>
          <p:spPr>
            <a:xfrm>
              <a:off x="803675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6" y="519"/>
                    <a:pt x="520" y="400"/>
                    <a:pt x="520" y="257"/>
                  </a:cubicBezTo>
                  <a:cubicBezTo>
                    <a:pt x="520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6"/>
            <p:cNvSpPr/>
            <p:nvPr/>
          </p:nvSpPr>
          <p:spPr>
            <a:xfrm>
              <a:off x="923985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6" y="519"/>
                    <a:pt x="519" y="400"/>
                    <a:pt x="519" y="257"/>
                  </a:cubicBezTo>
                  <a:cubicBezTo>
                    <a:pt x="519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6"/>
            <p:cNvSpPr/>
            <p:nvPr/>
          </p:nvSpPr>
          <p:spPr>
            <a:xfrm>
              <a:off x="1044296" y="3372266"/>
              <a:ext cx="91448" cy="90403"/>
            </a:xfrm>
            <a:custGeom>
              <a:avLst/>
              <a:gdLst/>
              <a:ahLst/>
              <a:cxnLst/>
              <a:rect l="l" t="t" r="r" b="b"/>
              <a:pathLst>
                <a:path w="526" h="520" extrusionOk="0">
                  <a:moveTo>
                    <a:pt x="263" y="0"/>
                  </a:moveTo>
                  <a:cubicBezTo>
                    <a:pt x="120" y="0"/>
                    <a:pt x="0" y="114"/>
                    <a:pt x="0" y="257"/>
                  </a:cubicBezTo>
                  <a:cubicBezTo>
                    <a:pt x="0" y="400"/>
                    <a:pt x="120" y="519"/>
                    <a:pt x="263" y="519"/>
                  </a:cubicBezTo>
                  <a:cubicBezTo>
                    <a:pt x="406" y="519"/>
                    <a:pt x="525" y="400"/>
                    <a:pt x="525" y="257"/>
                  </a:cubicBezTo>
                  <a:cubicBezTo>
                    <a:pt x="525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6"/>
            <p:cNvSpPr/>
            <p:nvPr/>
          </p:nvSpPr>
          <p:spPr>
            <a:xfrm>
              <a:off x="1165649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cubicBezTo>
                    <a:pt x="114" y="0"/>
                    <a:pt x="0" y="114"/>
                    <a:pt x="0" y="257"/>
                  </a:cubicBezTo>
                  <a:cubicBezTo>
                    <a:pt x="0" y="400"/>
                    <a:pt x="114" y="519"/>
                    <a:pt x="257" y="519"/>
                  </a:cubicBezTo>
                  <a:cubicBezTo>
                    <a:pt x="400" y="519"/>
                    <a:pt x="519" y="400"/>
                    <a:pt x="519" y="257"/>
                  </a:cubicBezTo>
                  <a:cubicBezTo>
                    <a:pt x="519" y="114"/>
                    <a:pt x="400" y="0"/>
                    <a:pt x="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6"/>
            <p:cNvSpPr/>
            <p:nvPr/>
          </p:nvSpPr>
          <p:spPr>
            <a:xfrm>
              <a:off x="1285959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cubicBezTo>
                    <a:pt x="114" y="0"/>
                    <a:pt x="0" y="114"/>
                    <a:pt x="0" y="257"/>
                  </a:cubicBezTo>
                  <a:cubicBezTo>
                    <a:pt x="0" y="400"/>
                    <a:pt x="114" y="519"/>
                    <a:pt x="257" y="519"/>
                  </a:cubicBezTo>
                  <a:cubicBezTo>
                    <a:pt x="400" y="519"/>
                    <a:pt x="519" y="400"/>
                    <a:pt x="519" y="257"/>
                  </a:cubicBezTo>
                  <a:cubicBezTo>
                    <a:pt x="519" y="114"/>
                    <a:pt x="400" y="0"/>
                    <a:pt x="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6"/>
            <p:cNvSpPr/>
            <p:nvPr/>
          </p:nvSpPr>
          <p:spPr>
            <a:xfrm>
              <a:off x="1406269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cubicBezTo>
                    <a:pt x="113" y="0"/>
                    <a:pt x="0" y="114"/>
                    <a:pt x="0" y="257"/>
                  </a:cubicBezTo>
                  <a:cubicBezTo>
                    <a:pt x="0" y="400"/>
                    <a:pt x="113" y="519"/>
                    <a:pt x="257" y="519"/>
                  </a:cubicBezTo>
                  <a:cubicBezTo>
                    <a:pt x="400" y="519"/>
                    <a:pt x="519" y="400"/>
                    <a:pt x="519" y="257"/>
                  </a:cubicBezTo>
                  <a:cubicBezTo>
                    <a:pt x="519" y="114"/>
                    <a:pt x="400" y="0"/>
                    <a:pt x="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6"/>
            <p:cNvSpPr/>
            <p:nvPr/>
          </p:nvSpPr>
          <p:spPr>
            <a:xfrm>
              <a:off x="1526579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cubicBezTo>
                    <a:pt x="113" y="0"/>
                    <a:pt x="0" y="114"/>
                    <a:pt x="0" y="257"/>
                  </a:cubicBezTo>
                  <a:cubicBezTo>
                    <a:pt x="0" y="400"/>
                    <a:pt x="113" y="519"/>
                    <a:pt x="257" y="519"/>
                  </a:cubicBezTo>
                  <a:cubicBezTo>
                    <a:pt x="406" y="519"/>
                    <a:pt x="519" y="400"/>
                    <a:pt x="519" y="257"/>
                  </a:cubicBezTo>
                  <a:cubicBezTo>
                    <a:pt x="519" y="114"/>
                    <a:pt x="406" y="0"/>
                    <a:pt x="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6"/>
            <p:cNvSpPr/>
            <p:nvPr/>
          </p:nvSpPr>
          <p:spPr>
            <a:xfrm>
              <a:off x="1646715" y="33722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6"/>
            <p:cNvSpPr/>
            <p:nvPr/>
          </p:nvSpPr>
          <p:spPr>
            <a:xfrm>
              <a:off x="683365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cubicBezTo>
                    <a:pt x="1" y="406"/>
                    <a:pt x="120" y="520"/>
                    <a:pt x="263" y="520"/>
                  </a:cubicBezTo>
                  <a:cubicBezTo>
                    <a:pt x="406" y="520"/>
                    <a:pt x="520" y="406"/>
                    <a:pt x="520" y="263"/>
                  </a:cubicBezTo>
                  <a:cubicBezTo>
                    <a:pt x="520" y="120"/>
                    <a:pt x="406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6"/>
            <p:cNvSpPr/>
            <p:nvPr/>
          </p:nvSpPr>
          <p:spPr>
            <a:xfrm>
              <a:off x="803675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cubicBezTo>
                    <a:pt x="1" y="406"/>
                    <a:pt x="120" y="520"/>
                    <a:pt x="263" y="520"/>
                  </a:cubicBezTo>
                  <a:cubicBezTo>
                    <a:pt x="406" y="520"/>
                    <a:pt x="520" y="406"/>
                    <a:pt x="520" y="263"/>
                  </a:cubicBezTo>
                  <a:cubicBezTo>
                    <a:pt x="520" y="120"/>
                    <a:pt x="406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6"/>
            <p:cNvSpPr/>
            <p:nvPr/>
          </p:nvSpPr>
          <p:spPr>
            <a:xfrm>
              <a:off x="923985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cubicBezTo>
                    <a:pt x="1" y="406"/>
                    <a:pt x="120" y="520"/>
                    <a:pt x="263" y="520"/>
                  </a:cubicBezTo>
                  <a:cubicBezTo>
                    <a:pt x="406" y="520"/>
                    <a:pt x="519" y="406"/>
                    <a:pt x="519" y="263"/>
                  </a:cubicBezTo>
                  <a:cubicBezTo>
                    <a:pt x="519" y="120"/>
                    <a:pt x="406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6"/>
            <p:cNvSpPr/>
            <p:nvPr/>
          </p:nvSpPr>
          <p:spPr>
            <a:xfrm>
              <a:off x="1044296" y="3507003"/>
              <a:ext cx="91448" cy="90403"/>
            </a:xfrm>
            <a:custGeom>
              <a:avLst/>
              <a:gdLst/>
              <a:ahLst/>
              <a:cxnLst/>
              <a:rect l="l" t="t" r="r" b="b"/>
              <a:pathLst>
                <a:path w="526" h="520" extrusionOk="0">
                  <a:moveTo>
                    <a:pt x="263" y="1"/>
                  </a:moveTo>
                  <a:cubicBezTo>
                    <a:pt x="120" y="1"/>
                    <a:pt x="0" y="120"/>
                    <a:pt x="0" y="263"/>
                  </a:cubicBezTo>
                  <a:cubicBezTo>
                    <a:pt x="0" y="406"/>
                    <a:pt x="120" y="520"/>
                    <a:pt x="263" y="520"/>
                  </a:cubicBezTo>
                  <a:cubicBezTo>
                    <a:pt x="406" y="520"/>
                    <a:pt x="525" y="406"/>
                    <a:pt x="525" y="263"/>
                  </a:cubicBezTo>
                  <a:cubicBezTo>
                    <a:pt x="525" y="120"/>
                    <a:pt x="406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6"/>
            <p:cNvSpPr/>
            <p:nvPr/>
          </p:nvSpPr>
          <p:spPr>
            <a:xfrm>
              <a:off x="1165649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cubicBezTo>
                    <a:pt x="114" y="1"/>
                    <a:pt x="0" y="120"/>
                    <a:pt x="0" y="263"/>
                  </a:cubicBezTo>
                  <a:cubicBezTo>
                    <a:pt x="0" y="406"/>
                    <a:pt x="114" y="520"/>
                    <a:pt x="257" y="520"/>
                  </a:cubicBezTo>
                  <a:cubicBezTo>
                    <a:pt x="400" y="520"/>
                    <a:pt x="519" y="406"/>
                    <a:pt x="519" y="263"/>
                  </a:cubicBezTo>
                  <a:cubicBezTo>
                    <a:pt x="519" y="120"/>
                    <a:pt x="400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6"/>
            <p:cNvSpPr/>
            <p:nvPr/>
          </p:nvSpPr>
          <p:spPr>
            <a:xfrm>
              <a:off x="1285959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cubicBezTo>
                    <a:pt x="114" y="1"/>
                    <a:pt x="0" y="120"/>
                    <a:pt x="0" y="263"/>
                  </a:cubicBezTo>
                  <a:cubicBezTo>
                    <a:pt x="0" y="406"/>
                    <a:pt x="114" y="520"/>
                    <a:pt x="257" y="520"/>
                  </a:cubicBezTo>
                  <a:cubicBezTo>
                    <a:pt x="400" y="520"/>
                    <a:pt x="519" y="406"/>
                    <a:pt x="519" y="263"/>
                  </a:cubicBezTo>
                  <a:cubicBezTo>
                    <a:pt x="519" y="120"/>
                    <a:pt x="400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6"/>
            <p:cNvSpPr/>
            <p:nvPr/>
          </p:nvSpPr>
          <p:spPr>
            <a:xfrm>
              <a:off x="1406269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cubicBezTo>
                    <a:pt x="113" y="1"/>
                    <a:pt x="0" y="120"/>
                    <a:pt x="0" y="263"/>
                  </a:cubicBezTo>
                  <a:cubicBezTo>
                    <a:pt x="0" y="406"/>
                    <a:pt x="113" y="520"/>
                    <a:pt x="257" y="520"/>
                  </a:cubicBezTo>
                  <a:cubicBezTo>
                    <a:pt x="400" y="520"/>
                    <a:pt x="519" y="406"/>
                    <a:pt x="519" y="263"/>
                  </a:cubicBezTo>
                  <a:cubicBezTo>
                    <a:pt x="519" y="120"/>
                    <a:pt x="400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6"/>
            <p:cNvSpPr/>
            <p:nvPr/>
          </p:nvSpPr>
          <p:spPr>
            <a:xfrm>
              <a:off x="1526579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cubicBezTo>
                    <a:pt x="113" y="1"/>
                    <a:pt x="0" y="120"/>
                    <a:pt x="0" y="263"/>
                  </a:cubicBezTo>
                  <a:cubicBezTo>
                    <a:pt x="0" y="406"/>
                    <a:pt x="113" y="520"/>
                    <a:pt x="257" y="520"/>
                  </a:cubicBezTo>
                  <a:cubicBezTo>
                    <a:pt x="406" y="520"/>
                    <a:pt x="519" y="406"/>
                    <a:pt x="519" y="263"/>
                  </a:cubicBezTo>
                  <a:cubicBezTo>
                    <a:pt x="519" y="120"/>
                    <a:pt x="406" y="1"/>
                    <a:pt x="2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6"/>
            <p:cNvSpPr/>
            <p:nvPr/>
          </p:nvSpPr>
          <p:spPr>
            <a:xfrm>
              <a:off x="1646715" y="35070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cubicBezTo>
                    <a:pt x="1" y="406"/>
                    <a:pt x="120" y="520"/>
                    <a:pt x="263" y="520"/>
                  </a:cubicBezTo>
                  <a:cubicBezTo>
                    <a:pt x="407" y="520"/>
                    <a:pt x="520" y="406"/>
                    <a:pt x="520" y="263"/>
                  </a:cubicBezTo>
                  <a:cubicBezTo>
                    <a:pt x="520" y="120"/>
                    <a:pt x="407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6"/>
            <p:cNvSpPr/>
            <p:nvPr/>
          </p:nvSpPr>
          <p:spPr>
            <a:xfrm>
              <a:off x="683365" y="364295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6" y="519"/>
                    <a:pt x="520" y="400"/>
                    <a:pt x="520" y="257"/>
                  </a:cubicBezTo>
                  <a:cubicBezTo>
                    <a:pt x="520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6"/>
            <p:cNvSpPr/>
            <p:nvPr/>
          </p:nvSpPr>
          <p:spPr>
            <a:xfrm>
              <a:off x="803675" y="364295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6" y="519"/>
                    <a:pt x="520" y="400"/>
                    <a:pt x="520" y="257"/>
                  </a:cubicBezTo>
                  <a:cubicBezTo>
                    <a:pt x="520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6"/>
            <p:cNvSpPr/>
            <p:nvPr/>
          </p:nvSpPr>
          <p:spPr>
            <a:xfrm>
              <a:off x="923985" y="364295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6" y="519"/>
                    <a:pt x="519" y="400"/>
                    <a:pt x="519" y="257"/>
                  </a:cubicBezTo>
                  <a:cubicBezTo>
                    <a:pt x="519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6"/>
            <p:cNvSpPr/>
            <p:nvPr/>
          </p:nvSpPr>
          <p:spPr>
            <a:xfrm>
              <a:off x="1044296" y="3642958"/>
              <a:ext cx="91448" cy="90403"/>
            </a:xfrm>
            <a:custGeom>
              <a:avLst/>
              <a:gdLst/>
              <a:ahLst/>
              <a:cxnLst/>
              <a:rect l="l" t="t" r="r" b="b"/>
              <a:pathLst>
                <a:path w="526" h="520" extrusionOk="0">
                  <a:moveTo>
                    <a:pt x="263" y="0"/>
                  </a:moveTo>
                  <a:cubicBezTo>
                    <a:pt x="120" y="0"/>
                    <a:pt x="0" y="114"/>
                    <a:pt x="0" y="257"/>
                  </a:cubicBezTo>
                  <a:cubicBezTo>
                    <a:pt x="0" y="400"/>
                    <a:pt x="120" y="519"/>
                    <a:pt x="263" y="519"/>
                  </a:cubicBezTo>
                  <a:cubicBezTo>
                    <a:pt x="406" y="519"/>
                    <a:pt x="525" y="400"/>
                    <a:pt x="525" y="257"/>
                  </a:cubicBezTo>
                  <a:cubicBezTo>
                    <a:pt x="525" y="114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6"/>
            <p:cNvSpPr/>
            <p:nvPr/>
          </p:nvSpPr>
          <p:spPr>
            <a:xfrm>
              <a:off x="1165649" y="364295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cubicBezTo>
                    <a:pt x="114" y="0"/>
                    <a:pt x="0" y="114"/>
                    <a:pt x="0" y="257"/>
                  </a:cubicBezTo>
                  <a:cubicBezTo>
                    <a:pt x="0" y="400"/>
                    <a:pt x="114" y="519"/>
                    <a:pt x="257" y="519"/>
                  </a:cubicBezTo>
                  <a:cubicBezTo>
                    <a:pt x="400" y="519"/>
                    <a:pt x="519" y="400"/>
                    <a:pt x="519" y="257"/>
                  </a:cubicBezTo>
                  <a:cubicBezTo>
                    <a:pt x="519" y="114"/>
                    <a:pt x="400" y="0"/>
                    <a:pt x="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6"/>
            <p:cNvSpPr/>
            <p:nvPr/>
          </p:nvSpPr>
          <p:spPr>
            <a:xfrm>
              <a:off x="1285959" y="364295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cubicBezTo>
                    <a:pt x="114" y="0"/>
                    <a:pt x="0" y="114"/>
                    <a:pt x="0" y="257"/>
                  </a:cubicBezTo>
                  <a:cubicBezTo>
                    <a:pt x="0" y="400"/>
                    <a:pt x="114" y="519"/>
                    <a:pt x="257" y="519"/>
                  </a:cubicBezTo>
                  <a:cubicBezTo>
                    <a:pt x="400" y="519"/>
                    <a:pt x="519" y="400"/>
                    <a:pt x="519" y="257"/>
                  </a:cubicBezTo>
                  <a:cubicBezTo>
                    <a:pt x="519" y="114"/>
                    <a:pt x="400" y="0"/>
                    <a:pt x="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6"/>
            <p:cNvSpPr/>
            <p:nvPr/>
          </p:nvSpPr>
          <p:spPr>
            <a:xfrm>
              <a:off x="1406269" y="364295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cubicBezTo>
                    <a:pt x="113" y="0"/>
                    <a:pt x="0" y="114"/>
                    <a:pt x="0" y="257"/>
                  </a:cubicBezTo>
                  <a:cubicBezTo>
                    <a:pt x="0" y="400"/>
                    <a:pt x="113" y="519"/>
                    <a:pt x="257" y="519"/>
                  </a:cubicBezTo>
                  <a:cubicBezTo>
                    <a:pt x="400" y="519"/>
                    <a:pt x="519" y="400"/>
                    <a:pt x="519" y="257"/>
                  </a:cubicBezTo>
                  <a:cubicBezTo>
                    <a:pt x="519" y="114"/>
                    <a:pt x="400" y="0"/>
                    <a:pt x="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6"/>
            <p:cNvSpPr/>
            <p:nvPr/>
          </p:nvSpPr>
          <p:spPr>
            <a:xfrm>
              <a:off x="683365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6"/>
            <p:cNvSpPr/>
            <p:nvPr/>
          </p:nvSpPr>
          <p:spPr>
            <a:xfrm>
              <a:off x="803675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6"/>
            <p:cNvSpPr/>
            <p:nvPr/>
          </p:nvSpPr>
          <p:spPr>
            <a:xfrm>
              <a:off x="923985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19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6"/>
            <p:cNvSpPr/>
            <p:nvPr/>
          </p:nvSpPr>
          <p:spPr>
            <a:xfrm>
              <a:off x="1044296" y="4120015"/>
              <a:ext cx="91448" cy="90403"/>
            </a:xfrm>
            <a:custGeom>
              <a:avLst/>
              <a:gdLst/>
              <a:ahLst/>
              <a:cxnLst/>
              <a:rect l="l" t="t" r="r" b="b"/>
              <a:pathLst>
                <a:path w="526" h="520" extrusionOk="0">
                  <a:moveTo>
                    <a:pt x="263" y="0"/>
                  </a:moveTo>
                  <a:lnTo>
                    <a:pt x="0" y="519"/>
                  </a:lnTo>
                  <a:lnTo>
                    <a:pt x="525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6"/>
            <p:cNvSpPr/>
            <p:nvPr/>
          </p:nvSpPr>
          <p:spPr>
            <a:xfrm>
              <a:off x="1165649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lnTo>
                    <a:pt x="0" y="519"/>
                  </a:lnTo>
                  <a:lnTo>
                    <a:pt x="519" y="519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6"/>
            <p:cNvSpPr/>
            <p:nvPr/>
          </p:nvSpPr>
          <p:spPr>
            <a:xfrm>
              <a:off x="1285959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lnTo>
                    <a:pt x="0" y="519"/>
                  </a:lnTo>
                  <a:lnTo>
                    <a:pt x="519" y="519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6"/>
            <p:cNvSpPr/>
            <p:nvPr/>
          </p:nvSpPr>
          <p:spPr>
            <a:xfrm>
              <a:off x="1406269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lnTo>
                    <a:pt x="0" y="519"/>
                  </a:lnTo>
                  <a:lnTo>
                    <a:pt x="519" y="519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6"/>
            <p:cNvSpPr/>
            <p:nvPr/>
          </p:nvSpPr>
          <p:spPr>
            <a:xfrm>
              <a:off x="1526579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0"/>
                  </a:moveTo>
                  <a:lnTo>
                    <a:pt x="0" y="519"/>
                  </a:lnTo>
                  <a:lnTo>
                    <a:pt x="519" y="519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6"/>
            <p:cNvSpPr/>
            <p:nvPr/>
          </p:nvSpPr>
          <p:spPr>
            <a:xfrm>
              <a:off x="1646715" y="4120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6"/>
            <p:cNvSpPr/>
            <p:nvPr/>
          </p:nvSpPr>
          <p:spPr>
            <a:xfrm>
              <a:off x="683365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6"/>
            <p:cNvSpPr/>
            <p:nvPr/>
          </p:nvSpPr>
          <p:spPr>
            <a:xfrm>
              <a:off x="803675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6"/>
            <p:cNvSpPr/>
            <p:nvPr/>
          </p:nvSpPr>
          <p:spPr>
            <a:xfrm>
              <a:off x="923985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lnTo>
                    <a:pt x="1" y="520"/>
                  </a:lnTo>
                  <a:lnTo>
                    <a:pt x="519" y="52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6"/>
            <p:cNvSpPr/>
            <p:nvPr/>
          </p:nvSpPr>
          <p:spPr>
            <a:xfrm>
              <a:off x="1044296" y="4240149"/>
              <a:ext cx="91448" cy="90403"/>
            </a:xfrm>
            <a:custGeom>
              <a:avLst/>
              <a:gdLst/>
              <a:ahLst/>
              <a:cxnLst/>
              <a:rect l="l" t="t" r="r" b="b"/>
              <a:pathLst>
                <a:path w="526" h="520" extrusionOk="0">
                  <a:moveTo>
                    <a:pt x="263" y="1"/>
                  </a:moveTo>
                  <a:lnTo>
                    <a:pt x="0" y="520"/>
                  </a:lnTo>
                  <a:lnTo>
                    <a:pt x="525" y="52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6"/>
            <p:cNvSpPr/>
            <p:nvPr/>
          </p:nvSpPr>
          <p:spPr>
            <a:xfrm>
              <a:off x="1165649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6"/>
            <p:cNvSpPr/>
            <p:nvPr/>
          </p:nvSpPr>
          <p:spPr>
            <a:xfrm>
              <a:off x="1285959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6"/>
            <p:cNvSpPr/>
            <p:nvPr/>
          </p:nvSpPr>
          <p:spPr>
            <a:xfrm>
              <a:off x="1406269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6"/>
            <p:cNvSpPr/>
            <p:nvPr/>
          </p:nvSpPr>
          <p:spPr>
            <a:xfrm>
              <a:off x="1526579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57" y="1"/>
                  </a:moveTo>
                  <a:lnTo>
                    <a:pt x="0" y="520"/>
                  </a:lnTo>
                  <a:lnTo>
                    <a:pt x="519" y="520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6"/>
            <p:cNvSpPr/>
            <p:nvPr/>
          </p:nvSpPr>
          <p:spPr>
            <a:xfrm>
              <a:off x="1646715" y="4240149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6"/>
            <p:cNvSpPr/>
            <p:nvPr/>
          </p:nvSpPr>
          <p:spPr>
            <a:xfrm>
              <a:off x="683365" y="436045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6"/>
            <p:cNvSpPr/>
            <p:nvPr/>
          </p:nvSpPr>
          <p:spPr>
            <a:xfrm>
              <a:off x="803675" y="436045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6"/>
            <p:cNvSpPr/>
            <p:nvPr/>
          </p:nvSpPr>
          <p:spPr>
            <a:xfrm>
              <a:off x="1195540" y="17339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6"/>
            <p:cNvSpPr/>
            <p:nvPr/>
          </p:nvSpPr>
          <p:spPr>
            <a:xfrm>
              <a:off x="1556315" y="180475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6"/>
            <p:cNvSpPr/>
            <p:nvPr/>
          </p:nvSpPr>
          <p:spPr>
            <a:xfrm>
              <a:off x="1782815" y="1953390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6"/>
            <p:cNvSpPr/>
            <p:nvPr/>
          </p:nvSpPr>
          <p:spPr>
            <a:xfrm>
              <a:off x="1180078" y="19550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6"/>
            <p:cNvSpPr/>
            <p:nvPr/>
          </p:nvSpPr>
          <p:spPr>
            <a:xfrm>
              <a:off x="1526565" y="15502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6"/>
            <p:cNvSpPr/>
            <p:nvPr/>
          </p:nvSpPr>
          <p:spPr>
            <a:xfrm>
              <a:off x="1824215" y="180475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6"/>
            <p:cNvSpPr/>
            <p:nvPr/>
          </p:nvSpPr>
          <p:spPr>
            <a:xfrm>
              <a:off x="1406240" y="1972015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6"/>
            <p:cNvSpPr/>
            <p:nvPr/>
          </p:nvSpPr>
          <p:spPr>
            <a:xfrm>
              <a:off x="953890" y="183475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6"/>
            <p:cNvSpPr/>
            <p:nvPr/>
          </p:nvSpPr>
          <p:spPr>
            <a:xfrm>
              <a:off x="1014390" y="150222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6"/>
            <p:cNvSpPr/>
            <p:nvPr/>
          </p:nvSpPr>
          <p:spPr>
            <a:xfrm>
              <a:off x="2068865" y="193815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6"/>
            <p:cNvSpPr/>
            <p:nvPr/>
          </p:nvSpPr>
          <p:spPr>
            <a:xfrm>
              <a:off x="1725365" y="1526341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6"/>
            <p:cNvSpPr/>
            <p:nvPr/>
          </p:nvSpPr>
          <p:spPr>
            <a:xfrm>
              <a:off x="2104290" y="1593690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6"/>
            <p:cNvSpPr/>
            <p:nvPr/>
          </p:nvSpPr>
          <p:spPr>
            <a:xfrm>
              <a:off x="1346440" y="1593690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6"/>
            <p:cNvSpPr/>
            <p:nvPr/>
          </p:nvSpPr>
          <p:spPr>
            <a:xfrm>
              <a:off x="953890" y="20079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6"/>
            <p:cNvSpPr/>
            <p:nvPr/>
          </p:nvSpPr>
          <p:spPr>
            <a:xfrm>
              <a:off x="2297165" y="1804740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6"/>
            <p:cNvSpPr/>
            <p:nvPr/>
          </p:nvSpPr>
          <p:spPr>
            <a:xfrm>
              <a:off x="1873215" y="16406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6"/>
            <p:cNvSpPr/>
            <p:nvPr/>
          </p:nvSpPr>
          <p:spPr>
            <a:xfrm>
              <a:off x="1662453" y="203255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6"/>
            <p:cNvSpPr/>
            <p:nvPr/>
          </p:nvSpPr>
          <p:spPr>
            <a:xfrm>
              <a:off x="2265015" y="2044590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6"/>
            <p:cNvSpPr/>
            <p:nvPr/>
          </p:nvSpPr>
          <p:spPr>
            <a:xfrm>
              <a:off x="2354915" y="1924678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6"/>
            <p:cNvSpPr/>
            <p:nvPr/>
          </p:nvSpPr>
          <p:spPr>
            <a:xfrm>
              <a:off x="2013890" y="205271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6"/>
            <p:cNvSpPr/>
            <p:nvPr/>
          </p:nvSpPr>
          <p:spPr>
            <a:xfrm>
              <a:off x="2104290" y="17339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6"/>
            <p:cNvSpPr/>
            <p:nvPr/>
          </p:nvSpPr>
          <p:spPr>
            <a:xfrm>
              <a:off x="2335365" y="1593703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1" y="1"/>
                  </a:moveTo>
                  <a:lnTo>
                    <a:pt x="1" y="520"/>
                  </a:lnTo>
                  <a:lnTo>
                    <a:pt x="520" y="520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6"/>
            <p:cNvSpPr/>
            <p:nvPr/>
          </p:nvSpPr>
          <p:spPr>
            <a:xfrm>
              <a:off x="1014390" y="1593690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lnTo>
                    <a:pt x="1" y="519"/>
                  </a:lnTo>
                  <a:lnTo>
                    <a:pt x="520" y="519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6"/>
            <p:cNvSpPr/>
            <p:nvPr/>
          </p:nvSpPr>
          <p:spPr>
            <a:xfrm>
              <a:off x="1074715" y="1766866"/>
              <a:ext cx="90405" cy="90403"/>
            </a:xfrm>
            <a:custGeom>
              <a:avLst/>
              <a:gdLst/>
              <a:ahLst/>
              <a:cxnLst/>
              <a:rect l="l" t="t" r="r" b="b"/>
              <a:pathLst>
                <a:path w="520" h="520" extrusionOk="0">
                  <a:moveTo>
                    <a:pt x="263" y="0"/>
                  </a:moveTo>
                  <a:cubicBezTo>
                    <a:pt x="120" y="0"/>
                    <a:pt x="1" y="114"/>
                    <a:pt x="1" y="257"/>
                  </a:cubicBezTo>
                  <a:cubicBezTo>
                    <a:pt x="1" y="400"/>
                    <a:pt x="120" y="519"/>
                    <a:pt x="263" y="519"/>
                  </a:cubicBezTo>
                  <a:cubicBezTo>
                    <a:pt x="407" y="519"/>
                    <a:pt x="520" y="400"/>
                    <a:pt x="520" y="257"/>
                  </a:cubicBezTo>
                  <a:cubicBezTo>
                    <a:pt x="520" y="114"/>
                    <a:pt x="407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26"/>
          <p:cNvGrpSpPr/>
          <p:nvPr/>
        </p:nvGrpSpPr>
        <p:grpSpPr>
          <a:xfrm>
            <a:off x="3426250" y="1637625"/>
            <a:ext cx="3623192" cy="664500"/>
            <a:chOff x="3314113" y="1637625"/>
            <a:chExt cx="3623192" cy="664500"/>
          </a:xfrm>
        </p:grpSpPr>
        <p:grpSp>
          <p:nvGrpSpPr>
            <p:cNvPr id="1673" name="Google Shape;1673;p26"/>
            <p:cNvGrpSpPr/>
            <p:nvPr/>
          </p:nvGrpSpPr>
          <p:grpSpPr>
            <a:xfrm>
              <a:off x="3951059" y="1641568"/>
              <a:ext cx="2986246" cy="656616"/>
              <a:chOff x="3951059" y="1641568"/>
              <a:chExt cx="2986246" cy="656616"/>
            </a:xfrm>
          </p:grpSpPr>
          <p:sp>
            <p:nvSpPr>
              <p:cNvPr id="1674" name="Google Shape;1674;p26"/>
              <p:cNvSpPr txBox="1"/>
              <p:nvPr/>
            </p:nvSpPr>
            <p:spPr>
              <a:xfrm>
                <a:off x="4040388" y="1641568"/>
                <a:ext cx="2896917" cy="384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100"/>
                </a:pPr>
                <a:r>
                  <a:rPr lang="en" sz="1800" b="1" err="1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</a:rPr>
                  <a:t>Comando</a:t>
                </a:r>
                <a:r>
                  <a:rPr lang="en" sz="1800" b="1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</a:rPr>
                  <a:t> para </a:t>
                </a:r>
                <a:r>
                  <a:rPr lang="en" sz="1800" b="1" err="1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</a:rPr>
                  <a:t>habilitar</a:t>
                </a:r>
                <a:r>
                  <a:rPr lang="en" sz="1800" b="1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</a:rPr>
                  <a:t> ssh</a:t>
                </a:r>
              </a:p>
            </p:txBody>
          </p:sp>
          <p:sp>
            <p:nvSpPr>
              <p:cNvPr id="1675" name="Google Shape;1675;p26"/>
              <p:cNvSpPr txBox="1"/>
              <p:nvPr/>
            </p:nvSpPr>
            <p:spPr>
              <a:xfrm>
                <a:off x="3951059" y="1965067"/>
                <a:ext cx="2530800" cy="3331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" sz="1200" err="1">
                    <a:solidFill>
                      <a:schemeClr val="dk1"/>
                    </a:solidFill>
                    <a:ea typeface="Roboto"/>
                    <a:sym typeface="Roboto"/>
                  </a:rPr>
                  <a:t>sudo</a:t>
                </a:r>
                <a:r>
                  <a:rPr lang="en" sz="1200">
                    <a:solidFill>
                      <a:schemeClr val="dk1"/>
                    </a:solidFill>
                    <a:ea typeface="Roboto"/>
                    <a:sym typeface="Roboto"/>
                  </a:rPr>
                  <a:t> </a:t>
                </a:r>
                <a:r>
                  <a:rPr lang="en" sz="1200" err="1">
                    <a:solidFill>
                      <a:schemeClr val="dk1"/>
                    </a:solidFill>
                    <a:ea typeface="Roboto"/>
                    <a:sym typeface="Roboto"/>
                  </a:rPr>
                  <a:t>ufw</a:t>
                </a:r>
                <a:r>
                  <a:rPr lang="en" sz="1200">
                    <a:solidFill>
                      <a:schemeClr val="dk1"/>
                    </a:solidFill>
                    <a:ea typeface="Roboto"/>
                    <a:sym typeface="Roboto"/>
                  </a:rPr>
                  <a:t> allow ssh</a:t>
                </a:r>
                <a:endParaRPr lang="es-ES">
                  <a:solidFill>
                    <a:schemeClr val="dk1"/>
                  </a:solidFill>
                </a:endParaRPr>
              </a:p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</a:endParaRPr>
              </a:p>
            </p:txBody>
          </p:sp>
        </p:grpSp>
        <p:sp>
          <p:nvSpPr>
            <p:cNvPr id="1552" name="Google Shape;1552;p26"/>
            <p:cNvSpPr/>
            <p:nvPr/>
          </p:nvSpPr>
          <p:spPr>
            <a:xfrm>
              <a:off x="3314113" y="1637625"/>
              <a:ext cx="664500" cy="664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6"/>
            <p:cNvSpPr/>
            <p:nvPr/>
          </p:nvSpPr>
          <p:spPr>
            <a:xfrm>
              <a:off x="3489463" y="1813341"/>
              <a:ext cx="313799" cy="313067"/>
            </a:xfrm>
            <a:custGeom>
              <a:avLst/>
              <a:gdLst/>
              <a:ahLst/>
              <a:cxnLst/>
              <a:rect l="l" t="t" r="r" b="b"/>
              <a:pathLst>
                <a:path w="3002" h="2995" extrusionOk="0">
                  <a:moveTo>
                    <a:pt x="1" y="0"/>
                  </a:moveTo>
                  <a:lnTo>
                    <a:pt x="1" y="2994"/>
                  </a:lnTo>
                  <a:lnTo>
                    <a:pt x="3001" y="2994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7" name="Google Shape;1677;p26"/>
          <p:cNvSpPr/>
          <p:nvPr/>
        </p:nvSpPr>
        <p:spPr>
          <a:xfrm>
            <a:off x="7376950" y="2394791"/>
            <a:ext cx="1623894" cy="12651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" sz="1800" b="1">
                <a:solidFill>
                  <a:schemeClr val="lt1"/>
                </a:solidFill>
                <a:latin typeface="Fira Sans Extra Condensed"/>
                <a:sym typeface="Fira Sans Extra Condensed"/>
              </a:rPr>
              <a:t>Firewall </a:t>
            </a:r>
            <a:r>
              <a:rPr lang="en" sz="1800" b="1" err="1">
                <a:solidFill>
                  <a:schemeClr val="lt1"/>
                </a:solidFill>
                <a:latin typeface="Fira Sans Extra Condensed"/>
                <a:sym typeface="Fira Sans Extra Condensed"/>
              </a:rPr>
              <a:t>Configurado</a:t>
            </a:r>
            <a:r>
              <a:rPr lang="en" sz="1800" b="1">
                <a:solidFill>
                  <a:schemeClr val="lt1"/>
                </a:solidFill>
                <a:latin typeface="Fira Sans Extra Condensed"/>
                <a:sym typeface="Fira Sans Extra Condensed"/>
              </a:rPr>
              <a:t>!</a:t>
            </a:r>
            <a:endParaRPr lang="es-ES" err="1">
              <a:solidFill>
                <a:schemeClr val="lt1"/>
              </a:solidFill>
            </a:endParaRPr>
          </a:p>
        </p:txBody>
      </p:sp>
      <p:grpSp>
        <p:nvGrpSpPr>
          <p:cNvPr id="1678" name="Google Shape;1678;p26"/>
          <p:cNvGrpSpPr/>
          <p:nvPr/>
        </p:nvGrpSpPr>
        <p:grpSpPr>
          <a:xfrm>
            <a:off x="3426250" y="2694076"/>
            <a:ext cx="3301076" cy="779812"/>
            <a:chOff x="3314113" y="2807251"/>
            <a:chExt cx="3301076" cy="779812"/>
          </a:xfrm>
        </p:grpSpPr>
        <p:sp>
          <p:nvSpPr>
            <p:cNvPr id="1555" name="Google Shape;1555;p26"/>
            <p:cNvSpPr/>
            <p:nvPr/>
          </p:nvSpPr>
          <p:spPr>
            <a:xfrm>
              <a:off x="3314113" y="2848475"/>
              <a:ext cx="664500" cy="664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6"/>
            <p:cNvSpPr/>
            <p:nvPr/>
          </p:nvSpPr>
          <p:spPr>
            <a:xfrm>
              <a:off x="3489777" y="3024191"/>
              <a:ext cx="313172" cy="313067"/>
            </a:xfrm>
            <a:custGeom>
              <a:avLst/>
              <a:gdLst/>
              <a:ahLst/>
              <a:cxnLst/>
              <a:rect l="l" t="t" r="r" b="b"/>
              <a:pathLst>
                <a:path w="2996" h="2995" extrusionOk="0">
                  <a:moveTo>
                    <a:pt x="1498" y="0"/>
                  </a:moveTo>
                  <a:cubicBezTo>
                    <a:pt x="669" y="0"/>
                    <a:pt x="1" y="668"/>
                    <a:pt x="1" y="1497"/>
                  </a:cubicBezTo>
                  <a:cubicBezTo>
                    <a:pt x="1" y="2326"/>
                    <a:pt x="669" y="2994"/>
                    <a:pt x="1498" y="2994"/>
                  </a:cubicBezTo>
                  <a:cubicBezTo>
                    <a:pt x="2327" y="2994"/>
                    <a:pt x="2995" y="2326"/>
                    <a:pt x="2995" y="1497"/>
                  </a:cubicBezTo>
                  <a:cubicBezTo>
                    <a:pt x="2995" y="668"/>
                    <a:pt x="2327" y="0"/>
                    <a:pt x="14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0" name="Google Shape;1680;p26"/>
            <p:cNvGrpSpPr/>
            <p:nvPr/>
          </p:nvGrpSpPr>
          <p:grpSpPr>
            <a:xfrm>
              <a:off x="3978495" y="2807251"/>
              <a:ext cx="2636694" cy="779812"/>
              <a:chOff x="3978495" y="1596401"/>
              <a:chExt cx="2636694" cy="779812"/>
            </a:xfrm>
          </p:grpSpPr>
          <p:sp>
            <p:nvSpPr>
              <p:cNvPr id="1681" name="Google Shape;1681;p26"/>
              <p:cNvSpPr txBox="1"/>
              <p:nvPr/>
            </p:nvSpPr>
            <p:spPr>
              <a:xfrm>
                <a:off x="4067824" y="1596401"/>
                <a:ext cx="2547365" cy="489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100"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</a:rPr>
                  <a:t>Comando para habilitar http</a:t>
                </a:r>
              </a:p>
            </p:txBody>
          </p:sp>
          <p:sp>
            <p:nvSpPr>
              <p:cNvPr id="1682" name="Google Shape;1682;p26"/>
              <p:cNvSpPr txBox="1"/>
              <p:nvPr/>
            </p:nvSpPr>
            <p:spPr>
              <a:xfrm>
                <a:off x="3978495" y="2043095"/>
                <a:ext cx="2530800" cy="3331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" sz="1200" dirty="0">
                    <a:solidFill>
                      <a:schemeClr val="dk1"/>
                    </a:solidFill>
                    <a:ea typeface="Roboto"/>
                    <a:sym typeface="Roboto"/>
                  </a:rPr>
                  <a:t>sudo ufw allow http</a:t>
                </a:r>
                <a:endParaRPr lang="es-ES" dirty="0">
                  <a:solidFill>
                    <a:schemeClr val="dk1"/>
                  </a:solidFill>
                </a:endParaRPr>
              </a:p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</a:endParaRPr>
              </a:p>
            </p:txBody>
          </p:sp>
        </p:grpSp>
      </p:grpSp>
      <p:grpSp>
        <p:nvGrpSpPr>
          <p:cNvPr id="1683" name="Google Shape;1683;p26"/>
          <p:cNvGrpSpPr/>
          <p:nvPr/>
        </p:nvGrpSpPr>
        <p:grpSpPr>
          <a:xfrm>
            <a:off x="3426250" y="3823054"/>
            <a:ext cx="3292794" cy="747763"/>
            <a:chOff x="3314113" y="3823054"/>
            <a:chExt cx="3292794" cy="747763"/>
          </a:xfrm>
        </p:grpSpPr>
        <p:sp>
          <p:nvSpPr>
            <p:cNvPr id="1558" name="Google Shape;1558;p26"/>
            <p:cNvSpPr/>
            <p:nvPr/>
          </p:nvSpPr>
          <p:spPr>
            <a:xfrm>
              <a:off x="3314113" y="3832975"/>
              <a:ext cx="664500" cy="664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6"/>
            <p:cNvSpPr/>
            <p:nvPr/>
          </p:nvSpPr>
          <p:spPr>
            <a:xfrm>
              <a:off x="3489515" y="4008325"/>
              <a:ext cx="313695" cy="313799"/>
            </a:xfrm>
            <a:custGeom>
              <a:avLst/>
              <a:gdLst/>
              <a:ahLst/>
              <a:cxnLst/>
              <a:rect l="l" t="t" r="r" b="b"/>
              <a:pathLst>
                <a:path w="3001" h="3002" extrusionOk="0">
                  <a:moveTo>
                    <a:pt x="1498" y="1"/>
                  </a:moveTo>
                  <a:lnTo>
                    <a:pt x="1" y="3001"/>
                  </a:lnTo>
                  <a:lnTo>
                    <a:pt x="3001" y="3001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5" name="Google Shape;1685;p26"/>
            <p:cNvGrpSpPr/>
            <p:nvPr/>
          </p:nvGrpSpPr>
          <p:grpSpPr>
            <a:xfrm>
              <a:off x="3986778" y="3823054"/>
              <a:ext cx="2620129" cy="747763"/>
              <a:chOff x="3986778" y="1627704"/>
              <a:chExt cx="2620129" cy="747763"/>
            </a:xfrm>
          </p:grpSpPr>
          <p:sp>
            <p:nvSpPr>
              <p:cNvPr id="1686" name="Google Shape;1686;p26"/>
              <p:cNvSpPr txBox="1"/>
              <p:nvPr/>
            </p:nvSpPr>
            <p:spPr>
              <a:xfrm>
                <a:off x="4076107" y="1627704"/>
                <a:ext cx="25308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1100"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Comando para habilitar el firewall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687" name="Google Shape;1687;p26"/>
              <p:cNvSpPr txBox="1"/>
              <p:nvPr/>
            </p:nvSpPr>
            <p:spPr>
              <a:xfrm>
                <a:off x="3986778" y="2015560"/>
                <a:ext cx="2530800" cy="3599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" sz="1200" dirty="0">
                    <a:solidFill>
                      <a:schemeClr val="dk1"/>
                    </a:solidFill>
                    <a:ea typeface="Roboto"/>
                  </a:rPr>
                  <a:t>sudo ufw enable</a:t>
                </a:r>
                <a:endParaRPr lang="es-ES" dirty="0">
                  <a:solidFill>
                    <a:schemeClr val="dk1"/>
                  </a:solidFill>
                </a:endParaRPr>
              </a:p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</a:endParaRPr>
              </a:p>
            </p:txBody>
          </p:sp>
        </p:grpSp>
      </p:grpSp>
      <p:sp>
        <p:nvSpPr>
          <p:cNvPr id="1551" name="Google Shape;1551;p26"/>
          <p:cNvSpPr/>
          <p:nvPr/>
        </p:nvSpPr>
        <p:spPr>
          <a:xfrm>
            <a:off x="2335088" y="2568663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26"/>
          <p:cNvSpPr/>
          <p:nvPr/>
        </p:nvSpPr>
        <p:spPr>
          <a:xfrm>
            <a:off x="2335088" y="3305975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26"/>
          <p:cNvSpPr/>
          <p:nvPr/>
        </p:nvSpPr>
        <p:spPr>
          <a:xfrm>
            <a:off x="2335088" y="4044375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26"/>
          <p:cNvSpPr/>
          <p:nvPr/>
        </p:nvSpPr>
        <p:spPr>
          <a:xfrm>
            <a:off x="6248913" y="1723563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26"/>
          <p:cNvSpPr/>
          <p:nvPr/>
        </p:nvSpPr>
        <p:spPr>
          <a:xfrm>
            <a:off x="6248913" y="2821250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p26"/>
          <p:cNvSpPr/>
          <p:nvPr/>
        </p:nvSpPr>
        <p:spPr>
          <a:xfrm>
            <a:off x="6248913" y="3918925"/>
            <a:ext cx="492600" cy="492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91" name="Google Shape;1691;p26"/>
          <p:cNvCxnSpPr>
            <a:stCxn id="1688" idx="6"/>
            <a:endCxn id="1677" idx="2"/>
          </p:cNvCxnSpPr>
          <p:nvPr/>
        </p:nvCxnSpPr>
        <p:spPr>
          <a:xfrm>
            <a:off x="6741513" y="1969863"/>
            <a:ext cx="635437" cy="105750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3" name="Google Shape;1693;p26"/>
          <p:cNvCxnSpPr>
            <a:cxnSpLocks/>
          </p:cNvCxnSpPr>
          <p:nvPr/>
        </p:nvCxnSpPr>
        <p:spPr>
          <a:xfrm flipV="1">
            <a:off x="6741512" y="3025535"/>
            <a:ext cx="635437" cy="113785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0"/>
          <p:cNvSpPr/>
          <p:nvPr/>
        </p:nvSpPr>
        <p:spPr>
          <a:xfrm>
            <a:off x="1198373" y="2027214"/>
            <a:ext cx="1297200" cy="572700"/>
          </a:xfrm>
          <a:prstGeom prst="roundRect">
            <a:avLst>
              <a:gd name="adj" fmla="val 342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0"/>
          <p:cNvSpPr/>
          <p:nvPr/>
        </p:nvSpPr>
        <p:spPr>
          <a:xfrm>
            <a:off x="2570123" y="2027214"/>
            <a:ext cx="1297200" cy="572700"/>
          </a:xfrm>
          <a:prstGeom prst="roundRect">
            <a:avLst>
              <a:gd name="adj" fmla="val 342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3941799" y="2027214"/>
            <a:ext cx="1297200" cy="572700"/>
          </a:xfrm>
          <a:prstGeom prst="roundRect">
            <a:avLst>
              <a:gd name="adj" fmla="val 342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0"/>
          <p:cNvSpPr/>
          <p:nvPr/>
        </p:nvSpPr>
        <p:spPr>
          <a:xfrm>
            <a:off x="5313473" y="2027214"/>
            <a:ext cx="1297200" cy="572700"/>
          </a:xfrm>
          <a:prstGeom prst="roundRect">
            <a:avLst>
              <a:gd name="adj" fmla="val 342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6685148" y="2027214"/>
            <a:ext cx="1297200" cy="572700"/>
          </a:xfrm>
          <a:prstGeom prst="roundRect">
            <a:avLst>
              <a:gd name="adj" fmla="val 342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1198321" y="2635764"/>
            <a:ext cx="1297200" cy="1841700"/>
          </a:xfrm>
          <a:prstGeom prst="roundRect">
            <a:avLst>
              <a:gd name="adj" fmla="val 1510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0"/>
          <p:cNvSpPr/>
          <p:nvPr/>
        </p:nvSpPr>
        <p:spPr>
          <a:xfrm>
            <a:off x="2570071" y="2635764"/>
            <a:ext cx="1297200" cy="1841700"/>
          </a:xfrm>
          <a:prstGeom prst="roundRect">
            <a:avLst>
              <a:gd name="adj" fmla="val 1510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3941746" y="2635764"/>
            <a:ext cx="1297200" cy="1841700"/>
          </a:xfrm>
          <a:prstGeom prst="roundRect">
            <a:avLst>
              <a:gd name="adj" fmla="val 1510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0"/>
          <p:cNvSpPr/>
          <p:nvPr/>
        </p:nvSpPr>
        <p:spPr>
          <a:xfrm>
            <a:off x="5313421" y="2635764"/>
            <a:ext cx="1297200" cy="1841700"/>
          </a:xfrm>
          <a:prstGeom prst="roundRect">
            <a:avLst>
              <a:gd name="adj" fmla="val 1510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6685096" y="2635764"/>
            <a:ext cx="1297200" cy="1841700"/>
          </a:xfrm>
          <a:prstGeom prst="roundRect">
            <a:avLst>
              <a:gd name="adj" fmla="val 15105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0"/>
          <p:cNvSpPr txBox="1">
            <a:spLocks noGrp="1"/>
          </p:cNvSpPr>
          <p:nvPr>
            <p:ph type="title"/>
          </p:nvPr>
        </p:nvSpPr>
        <p:spPr>
          <a:xfrm>
            <a:off x="498612" y="493226"/>
            <a:ext cx="8196471" cy="870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/>
              <a:t>Configuración</a:t>
            </a:r>
            <a:r>
              <a:rPr lang="en"/>
              <a:t> </a:t>
            </a:r>
            <a:r>
              <a:rPr lang="en">
                <a:cs typeface="Arial"/>
              </a:rPr>
              <a:t>del Firewall </a:t>
            </a:r>
            <a:r>
              <a:rPr lang="en" err="1">
                <a:cs typeface="Arial"/>
              </a:rPr>
              <a:t>externo</a:t>
            </a:r>
            <a:r>
              <a:rPr lang="en">
                <a:cs typeface="Arial"/>
              </a:rPr>
              <a:t> para </a:t>
            </a:r>
            <a:r>
              <a:rPr lang="en" err="1">
                <a:cs typeface="Arial"/>
              </a:rPr>
              <a:t>conexiones</a:t>
            </a:r>
            <a:r>
              <a:rPr lang="en">
                <a:cs typeface="Arial"/>
              </a:rPr>
              <a:t> http y ssh </a:t>
            </a:r>
            <a:r>
              <a:rPr lang="en" err="1">
                <a:cs typeface="Arial"/>
              </a:rPr>
              <a:t>desde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cualquier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equipo</a:t>
            </a:r>
            <a:endParaRPr lang="en"/>
          </a:p>
        </p:txBody>
      </p:sp>
      <p:graphicFrame>
        <p:nvGraphicFramePr>
          <p:cNvPr id="598" name="Google Shape;598;p20"/>
          <p:cNvGraphicFramePr/>
          <p:nvPr>
            <p:extLst>
              <p:ext uri="{D42A27DB-BD31-4B8C-83A1-F6EECF244321}">
                <p14:modId xmlns:p14="http://schemas.microsoft.com/office/powerpoint/2010/main" val="1341746930"/>
              </p:ext>
            </p:extLst>
          </p:nvPr>
        </p:nvGraphicFramePr>
        <p:xfrm>
          <a:off x="1159564" y="1463041"/>
          <a:ext cx="6882169" cy="3507234"/>
        </p:xfrm>
        <a:graphic>
          <a:graphicData uri="http://schemas.openxmlformats.org/drawingml/2006/table">
            <a:tbl>
              <a:tblPr>
                <a:noFill/>
                <a:tableStyleId>{E64462F9-9AF8-48FB-A2FC-0BAF45328B85}</a:tableStyleId>
              </a:tblPr>
              <a:tblGrid>
                <a:gridCol w="1372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6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</a:t>
                      </a:r>
                      <a:endParaRPr sz="18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</a:t>
                      </a:r>
                      <a:endParaRPr sz="18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3</a:t>
                      </a:r>
                      <a:endParaRPr sz="18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4</a:t>
                      </a:r>
                      <a:endParaRPr sz="18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5</a:t>
                      </a:r>
                      <a:endParaRPr sz="18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Crear nuevo perfil</a:t>
                      </a:r>
                      <a:endParaRPr lang="en" sz="1600" b="1" dirty="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Editar perfil</a:t>
                      </a:r>
                      <a:endParaRPr lang="en" sz="1600" b="1" dirty="0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Agregar</a:t>
                      </a:r>
                      <a:r>
                        <a:rPr lang="en" sz="16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 </a:t>
                      </a:r>
                      <a:r>
                        <a:rPr lang="en" sz="16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regla</a:t>
                      </a:r>
                      <a:r>
                        <a:rPr lang="en" sz="16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 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http</a:t>
                      </a:r>
                      <a:endParaRPr lang="en" sz="16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Agregar</a:t>
                      </a:r>
                      <a:r>
                        <a:rPr lang="en" sz="16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</a:t>
                      </a:r>
                      <a:r>
                        <a:rPr lang="en" sz="16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regla</a:t>
                      </a:r>
                      <a:r>
                        <a:rPr lang="en" sz="16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ssh</a:t>
                      </a:r>
                      <a:endParaRPr lang="en" sz="16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ssh para </a:t>
                      </a:r>
                      <a:r>
                        <a:rPr lang="en" sz="14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equipos</a:t>
                      </a:r>
                      <a:r>
                        <a:rPr lang="en" sz="14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de </a:t>
                      </a:r>
                      <a:r>
                        <a:rPr lang="en" sz="14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clase</a:t>
                      </a:r>
                      <a:endParaRPr lang="en" sz="1400" b="1" err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En "Mis firewalls"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creamos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un nuevo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perfil</a:t>
                      </a:r>
                      <a:endParaRPr lang="en" sz="1200" err="1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Damos click en el lápiz que aparece al crear el perfil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Agregamos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una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nueva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norma y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permitimos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que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todos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entren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con http</a:t>
                      </a:r>
                      <a:endParaRPr lang="en" sz="1200" err="1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Agregamos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una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nueva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norma y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permitimos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que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todos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entren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lang="en" sz="1200" err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por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 ssh</a:t>
                      </a:r>
                      <a:endParaRPr lang="en" sz="12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Agregamos una 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norma y permitimos que sólo la ip de clase pueda entrar por ssh</a:t>
                      </a:r>
                      <a:endParaRPr lang="en" sz="1200" dirty="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7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20" name="Google Shape;620;p20"/>
          <p:cNvGrpSpPr/>
          <p:nvPr/>
        </p:nvGrpSpPr>
        <p:grpSpPr>
          <a:xfrm>
            <a:off x="5742581" y="3918979"/>
            <a:ext cx="496847" cy="478048"/>
            <a:chOff x="11225318" y="1849740"/>
            <a:chExt cx="554825" cy="594004"/>
          </a:xfrm>
        </p:grpSpPr>
        <p:sp>
          <p:nvSpPr>
            <p:cNvPr id="621" name="Google Shape;621;p20"/>
            <p:cNvSpPr/>
            <p:nvPr/>
          </p:nvSpPr>
          <p:spPr>
            <a:xfrm>
              <a:off x="11225318" y="1954243"/>
              <a:ext cx="554825" cy="385155"/>
            </a:xfrm>
            <a:custGeom>
              <a:avLst/>
              <a:gdLst/>
              <a:ahLst/>
              <a:cxnLst/>
              <a:rect l="l" t="t" r="r" b="b"/>
              <a:pathLst>
                <a:path w="6939" h="4817" extrusionOk="0">
                  <a:moveTo>
                    <a:pt x="5434" y="436"/>
                  </a:moveTo>
                  <a:cubicBezTo>
                    <a:pt x="5782" y="436"/>
                    <a:pt x="6157" y="506"/>
                    <a:pt x="6308" y="766"/>
                  </a:cubicBezTo>
                  <a:cubicBezTo>
                    <a:pt x="6466" y="1036"/>
                    <a:pt x="6342" y="1475"/>
                    <a:pt x="5976" y="1976"/>
                  </a:cubicBezTo>
                  <a:cubicBezTo>
                    <a:pt x="5767" y="2252"/>
                    <a:pt x="5503" y="2534"/>
                    <a:pt x="5187" y="2799"/>
                  </a:cubicBezTo>
                  <a:cubicBezTo>
                    <a:pt x="4872" y="3063"/>
                    <a:pt x="4512" y="3311"/>
                    <a:pt x="4123" y="3542"/>
                  </a:cubicBezTo>
                  <a:cubicBezTo>
                    <a:pt x="3903" y="3666"/>
                    <a:pt x="3689" y="3778"/>
                    <a:pt x="3470" y="3874"/>
                  </a:cubicBezTo>
                  <a:cubicBezTo>
                    <a:pt x="2901" y="4139"/>
                    <a:pt x="2338" y="4308"/>
                    <a:pt x="1842" y="4364"/>
                  </a:cubicBezTo>
                  <a:cubicBezTo>
                    <a:pt x="1726" y="4377"/>
                    <a:pt x="1615" y="4383"/>
                    <a:pt x="1512" y="4383"/>
                  </a:cubicBezTo>
                  <a:cubicBezTo>
                    <a:pt x="1070" y="4383"/>
                    <a:pt x="754" y="4268"/>
                    <a:pt x="626" y="4049"/>
                  </a:cubicBezTo>
                  <a:cubicBezTo>
                    <a:pt x="474" y="3778"/>
                    <a:pt x="598" y="3339"/>
                    <a:pt x="964" y="2844"/>
                  </a:cubicBezTo>
                  <a:cubicBezTo>
                    <a:pt x="1375" y="2286"/>
                    <a:pt x="2034" y="1729"/>
                    <a:pt x="2816" y="1278"/>
                  </a:cubicBezTo>
                  <a:cubicBezTo>
                    <a:pt x="3030" y="1154"/>
                    <a:pt x="3250" y="1042"/>
                    <a:pt x="3470" y="940"/>
                  </a:cubicBezTo>
                  <a:cubicBezTo>
                    <a:pt x="4038" y="681"/>
                    <a:pt x="4602" y="512"/>
                    <a:pt x="5097" y="456"/>
                  </a:cubicBezTo>
                  <a:cubicBezTo>
                    <a:pt x="5199" y="444"/>
                    <a:pt x="5315" y="436"/>
                    <a:pt x="5434" y="436"/>
                  </a:cubicBezTo>
                  <a:close/>
                  <a:moveTo>
                    <a:pt x="5428" y="0"/>
                  </a:moveTo>
                  <a:cubicBezTo>
                    <a:pt x="5307" y="0"/>
                    <a:pt x="5180" y="7"/>
                    <a:pt x="5047" y="22"/>
                  </a:cubicBezTo>
                  <a:cubicBezTo>
                    <a:pt x="4562" y="79"/>
                    <a:pt x="4022" y="231"/>
                    <a:pt x="3470" y="461"/>
                  </a:cubicBezTo>
                  <a:cubicBezTo>
                    <a:pt x="3177" y="585"/>
                    <a:pt x="2884" y="732"/>
                    <a:pt x="2597" y="901"/>
                  </a:cubicBezTo>
                  <a:cubicBezTo>
                    <a:pt x="1763" y="1379"/>
                    <a:pt x="1059" y="1982"/>
                    <a:pt x="614" y="2585"/>
                  </a:cubicBezTo>
                  <a:cubicBezTo>
                    <a:pt x="130" y="3238"/>
                    <a:pt x="1" y="3835"/>
                    <a:pt x="254" y="4268"/>
                  </a:cubicBezTo>
                  <a:cubicBezTo>
                    <a:pt x="496" y="4684"/>
                    <a:pt x="1003" y="4816"/>
                    <a:pt x="1507" y="4816"/>
                  </a:cubicBezTo>
                  <a:cubicBezTo>
                    <a:pt x="1637" y="4816"/>
                    <a:pt x="1768" y="4807"/>
                    <a:pt x="1893" y="4792"/>
                  </a:cubicBezTo>
                  <a:cubicBezTo>
                    <a:pt x="2377" y="4741"/>
                    <a:pt x="2918" y="4584"/>
                    <a:pt x="3470" y="4353"/>
                  </a:cubicBezTo>
                  <a:cubicBezTo>
                    <a:pt x="3757" y="4229"/>
                    <a:pt x="4050" y="4083"/>
                    <a:pt x="4343" y="3919"/>
                  </a:cubicBezTo>
                  <a:cubicBezTo>
                    <a:pt x="5176" y="3435"/>
                    <a:pt x="5880" y="2838"/>
                    <a:pt x="6325" y="2235"/>
                  </a:cubicBezTo>
                  <a:cubicBezTo>
                    <a:pt x="6809" y="1582"/>
                    <a:pt x="6939" y="985"/>
                    <a:pt x="6685" y="552"/>
                  </a:cubicBezTo>
                  <a:cubicBezTo>
                    <a:pt x="6478" y="189"/>
                    <a:pt x="6039" y="0"/>
                    <a:pt x="54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11225318" y="1954243"/>
              <a:ext cx="554825" cy="385155"/>
            </a:xfrm>
            <a:custGeom>
              <a:avLst/>
              <a:gdLst/>
              <a:ahLst/>
              <a:cxnLst/>
              <a:rect l="l" t="t" r="r" b="b"/>
              <a:pathLst>
                <a:path w="6939" h="4817" extrusionOk="0">
                  <a:moveTo>
                    <a:pt x="1504" y="436"/>
                  </a:moveTo>
                  <a:cubicBezTo>
                    <a:pt x="1624" y="436"/>
                    <a:pt x="1740" y="444"/>
                    <a:pt x="1842" y="456"/>
                  </a:cubicBezTo>
                  <a:cubicBezTo>
                    <a:pt x="2338" y="512"/>
                    <a:pt x="2901" y="681"/>
                    <a:pt x="3470" y="940"/>
                  </a:cubicBezTo>
                  <a:cubicBezTo>
                    <a:pt x="3689" y="1042"/>
                    <a:pt x="3903" y="1154"/>
                    <a:pt x="4123" y="1278"/>
                  </a:cubicBezTo>
                  <a:cubicBezTo>
                    <a:pt x="4906" y="1729"/>
                    <a:pt x="5565" y="2286"/>
                    <a:pt x="5976" y="2844"/>
                  </a:cubicBezTo>
                  <a:cubicBezTo>
                    <a:pt x="6342" y="3339"/>
                    <a:pt x="6466" y="3778"/>
                    <a:pt x="6308" y="4049"/>
                  </a:cubicBezTo>
                  <a:cubicBezTo>
                    <a:pt x="6185" y="4268"/>
                    <a:pt x="5869" y="4383"/>
                    <a:pt x="5428" y="4383"/>
                  </a:cubicBezTo>
                  <a:cubicBezTo>
                    <a:pt x="5324" y="4383"/>
                    <a:pt x="5214" y="4377"/>
                    <a:pt x="5097" y="4364"/>
                  </a:cubicBezTo>
                  <a:cubicBezTo>
                    <a:pt x="4754" y="4325"/>
                    <a:pt x="4376" y="4229"/>
                    <a:pt x="3993" y="4094"/>
                  </a:cubicBezTo>
                  <a:cubicBezTo>
                    <a:pt x="3819" y="4026"/>
                    <a:pt x="3644" y="3959"/>
                    <a:pt x="3470" y="3874"/>
                  </a:cubicBezTo>
                  <a:cubicBezTo>
                    <a:pt x="3250" y="3778"/>
                    <a:pt x="3030" y="3666"/>
                    <a:pt x="2816" y="3542"/>
                  </a:cubicBezTo>
                  <a:cubicBezTo>
                    <a:pt x="2034" y="3086"/>
                    <a:pt x="1375" y="2534"/>
                    <a:pt x="964" y="1976"/>
                  </a:cubicBezTo>
                  <a:cubicBezTo>
                    <a:pt x="598" y="1475"/>
                    <a:pt x="474" y="1036"/>
                    <a:pt x="626" y="766"/>
                  </a:cubicBezTo>
                  <a:cubicBezTo>
                    <a:pt x="777" y="506"/>
                    <a:pt x="1155" y="436"/>
                    <a:pt x="1504" y="436"/>
                  </a:cubicBezTo>
                  <a:close/>
                  <a:moveTo>
                    <a:pt x="1512" y="0"/>
                  </a:moveTo>
                  <a:cubicBezTo>
                    <a:pt x="900" y="0"/>
                    <a:pt x="461" y="189"/>
                    <a:pt x="254" y="552"/>
                  </a:cubicBezTo>
                  <a:cubicBezTo>
                    <a:pt x="1" y="985"/>
                    <a:pt x="130" y="1582"/>
                    <a:pt x="614" y="2235"/>
                  </a:cubicBezTo>
                  <a:cubicBezTo>
                    <a:pt x="1059" y="2838"/>
                    <a:pt x="1763" y="3435"/>
                    <a:pt x="2597" y="3919"/>
                  </a:cubicBezTo>
                  <a:cubicBezTo>
                    <a:pt x="2884" y="4083"/>
                    <a:pt x="3177" y="4229"/>
                    <a:pt x="3470" y="4353"/>
                  </a:cubicBezTo>
                  <a:cubicBezTo>
                    <a:pt x="4022" y="4584"/>
                    <a:pt x="4562" y="4741"/>
                    <a:pt x="5047" y="4792"/>
                  </a:cubicBezTo>
                  <a:cubicBezTo>
                    <a:pt x="5172" y="4807"/>
                    <a:pt x="5302" y="4816"/>
                    <a:pt x="5433" y="4816"/>
                  </a:cubicBezTo>
                  <a:cubicBezTo>
                    <a:pt x="5936" y="4816"/>
                    <a:pt x="6444" y="4684"/>
                    <a:pt x="6685" y="4268"/>
                  </a:cubicBezTo>
                  <a:cubicBezTo>
                    <a:pt x="6939" y="3835"/>
                    <a:pt x="6809" y="3238"/>
                    <a:pt x="6325" y="2585"/>
                  </a:cubicBezTo>
                  <a:cubicBezTo>
                    <a:pt x="5880" y="1982"/>
                    <a:pt x="5176" y="1379"/>
                    <a:pt x="4343" y="901"/>
                  </a:cubicBezTo>
                  <a:cubicBezTo>
                    <a:pt x="4050" y="732"/>
                    <a:pt x="3757" y="585"/>
                    <a:pt x="3470" y="461"/>
                  </a:cubicBezTo>
                  <a:cubicBezTo>
                    <a:pt x="2918" y="231"/>
                    <a:pt x="2377" y="79"/>
                    <a:pt x="1893" y="22"/>
                  </a:cubicBezTo>
                  <a:cubicBezTo>
                    <a:pt x="1759" y="7"/>
                    <a:pt x="1632" y="0"/>
                    <a:pt x="15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11450476" y="2094647"/>
              <a:ext cx="104504" cy="104584"/>
            </a:xfrm>
            <a:custGeom>
              <a:avLst/>
              <a:gdLst/>
              <a:ahLst/>
              <a:cxnLst/>
              <a:rect l="l" t="t" r="r" b="b"/>
              <a:pathLst>
                <a:path w="1307" h="1308" extrusionOk="0">
                  <a:moveTo>
                    <a:pt x="654" y="1"/>
                  </a:moveTo>
                  <a:cubicBezTo>
                    <a:pt x="293" y="1"/>
                    <a:pt x="0" y="294"/>
                    <a:pt x="0" y="654"/>
                  </a:cubicBezTo>
                  <a:cubicBezTo>
                    <a:pt x="0" y="1014"/>
                    <a:pt x="293" y="1307"/>
                    <a:pt x="654" y="1307"/>
                  </a:cubicBezTo>
                  <a:cubicBezTo>
                    <a:pt x="1014" y="1307"/>
                    <a:pt x="1307" y="1014"/>
                    <a:pt x="1307" y="654"/>
                  </a:cubicBezTo>
                  <a:cubicBezTo>
                    <a:pt x="1307" y="294"/>
                    <a:pt x="1014" y="1"/>
                    <a:pt x="6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11363563" y="1849740"/>
              <a:ext cx="278332" cy="594004"/>
            </a:xfrm>
            <a:custGeom>
              <a:avLst/>
              <a:gdLst/>
              <a:ahLst/>
              <a:cxnLst/>
              <a:rect l="l" t="t" r="r" b="b"/>
              <a:pathLst>
                <a:path w="3481" h="7429" extrusionOk="0">
                  <a:moveTo>
                    <a:pt x="1741" y="434"/>
                  </a:moveTo>
                  <a:cubicBezTo>
                    <a:pt x="2050" y="434"/>
                    <a:pt x="2371" y="760"/>
                    <a:pt x="2619" y="1329"/>
                  </a:cubicBezTo>
                  <a:cubicBezTo>
                    <a:pt x="2895" y="1966"/>
                    <a:pt x="3047" y="2810"/>
                    <a:pt x="3047" y="3717"/>
                  </a:cubicBezTo>
                  <a:cubicBezTo>
                    <a:pt x="3047" y="4618"/>
                    <a:pt x="2895" y="5468"/>
                    <a:pt x="2619" y="6099"/>
                  </a:cubicBezTo>
                  <a:cubicBezTo>
                    <a:pt x="2371" y="6668"/>
                    <a:pt x="2050" y="6995"/>
                    <a:pt x="1741" y="6995"/>
                  </a:cubicBezTo>
                  <a:cubicBezTo>
                    <a:pt x="1431" y="6995"/>
                    <a:pt x="1110" y="6668"/>
                    <a:pt x="862" y="6099"/>
                  </a:cubicBezTo>
                  <a:cubicBezTo>
                    <a:pt x="586" y="5468"/>
                    <a:pt x="434" y="4618"/>
                    <a:pt x="434" y="3717"/>
                  </a:cubicBezTo>
                  <a:cubicBezTo>
                    <a:pt x="434" y="2810"/>
                    <a:pt x="586" y="1966"/>
                    <a:pt x="862" y="1329"/>
                  </a:cubicBezTo>
                  <a:cubicBezTo>
                    <a:pt x="1110" y="760"/>
                    <a:pt x="1431" y="434"/>
                    <a:pt x="1741" y="434"/>
                  </a:cubicBezTo>
                  <a:close/>
                  <a:moveTo>
                    <a:pt x="1741" y="0"/>
                  </a:moveTo>
                  <a:cubicBezTo>
                    <a:pt x="1239" y="0"/>
                    <a:pt x="789" y="411"/>
                    <a:pt x="462" y="1155"/>
                  </a:cubicBezTo>
                  <a:cubicBezTo>
                    <a:pt x="164" y="1842"/>
                    <a:pt x="1" y="2754"/>
                    <a:pt x="1" y="3717"/>
                  </a:cubicBezTo>
                  <a:cubicBezTo>
                    <a:pt x="1" y="4680"/>
                    <a:pt x="164" y="5587"/>
                    <a:pt x="462" y="6274"/>
                  </a:cubicBezTo>
                  <a:cubicBezTo>
                    <a:pt x="789" y="7023"/>
                    <a:pt x="1239" y="7428"/>
                    <a:pt x="1741" y="7428"/>
                  </a:cubicBezTo>
                  <a:cubicBezTo>
                    <a:pt x="2236" y="7428"/>
                    <a:pt x="2692" y="7023"/>
                    <a:pt x="3019" y="6274"/>
                  </a:cubicBezTo>
                  <a:cubicBezTo>
                    <a:pt x="3318" y="5587"/>
                    <a:pt x="3481" y="4680"/>
                    <a:pt x="3481" y="3717"/>
                  </a:cubicBezTo>
                  <a:cubicBezTo>
                    <a:pt x="3481" y="2754"/>
                    <a:pt x="3318" y="1842"/>
                    <a:pt x="3019" y="1155"/>
                  </a:cubicBezTo>
                  <a:cubicBezTo>
                    <a:pt x="2692" y="411"/>
                    <a:pt x="2236" y="0"/>
                    <a:pt x="17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" name="Google Shape;625;p20"/>
          <p:cNvGrpSpPr/>
          <p:nvPr/>
        </p:nvGrpSpPr>
        <p:grpSpPr>
          <a:xfrm>
            <a:off x="7144172" y="3951873"/>
            <a:ext cx="436634" cy="453675"/>
            <a:chOff x="12693856" y="1868012"/>
            <a:chExt cx="594002" cy="594480"/>
          </a:xfrm>
        </p:grpSpPr>
        <p:sp>
          <p:nvSpPr>
            <p:cNvPr id="626" name="Google Shape;626;p20"/>
            <p:cNvSpPr/>
            <p:nvPr/>
          </p:nvSpPr>
          <p:spPr>
            <a:xfrm>
              <a:off x="12804197" y="2114198"/>
              <a:ext cx="193177" cy="260022"/>
            </a:xfrm>
            <a:custGeom>
              <a:avLst/>
              <a:gdLst/>
              <a:ahLst/>
              <a:cxnLst/>
              <a:rect l="l" t="t" r="r" b="b"/>
              <a:pathLst>
                <a:path w="2416" h="3252" extrusionOk="0">
                  <a:moveTo>
                    <a:pt x="219" y="0"/>
                  </a:moveTo>
                  <a:cubicBezTo>
                    <a:pt x="210" y="0"/>
                    <a:pt x="201" y="1"/>
                    <a:pt x="191" y="2"/>
                  </a:cubicBezTo>
                  <a:cubicBezTo>
                    <a:pt x="79" y="13"/>
                    <a:pt x="0" y="109"/>
                    <a:pt x="0" y="222"/>
                  </a:cubicBezTo>
                  <a:lnTo>
                    <a:pt x="0" y="3032"/>
                  </a:lnTo>
                  <a:cubicBezTo>
                    <a:pt x="0" y="3156"/>
                    <a:pt x="96" y="3251"/>
                    <a:pt x="214" y="3251"/>
                  </a:cubicBezTo>
                  <a:lnTo>
                    <a:pt x="2179" y="3251"/>
                  </a:lnTo>
                  <a:cubicBezTo>
                    <a:pt x="2292" y="3251"/>
                    <a:pt x="2388" y="3167"/>
                    <a:pt x="2399" y="3060"/>
                  </a:cubicBezTo>
                  <a:cubicBezTo>
                    <a:pt x="2416" y="2925"/>
                    <a:pt x="2315" y="2818"/>
                    <a:pt x="2185" y="2818"/>
                  </a:cubicBezTo>
                  <a:lnTo>
                    <a:pt x="434" y="2818"/>
                  </a:lnTo>
                  <a:lnTo>
                    <a:pt x="434" y="216"/>
                  </a:lnTo>
                  <a:cubicBezTo>
                    <a:pt x="434" y="101"/>
                    <a:pt x="336" y="0"/>
                    <a:pt x="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12984739" y="2026086"/>
              <a:ext cx="261221" cy="259942"/>
            </a:xfrm>
            <a:custGeom>
              <a:avLst/>
              <a:gdLst/>
              <a:ahLst/>
              <a:cxnLst/>
              <a:rect l="l" t="t" r="r" b="b"/>
              <a:pathLst>
                <a:path w="3267" h="3251" extrusionOk="0">
                  <a:moveTo>
                    <a:pt x="220" y="0"/>
                  </a:moveTo>
                  <a:cubicBezTo>
                    <a:pt x="96" y="0"/>
                    <a:pt x="0" y="96"/>
                    <a:pt x="0" y="214"/>
                  </a:cubicBezTo>
                  <a:cubicBezTo>
                    <a:pt x="0" y="338"/>
                    <a:pt x="96" y="434"/>
                    <a:pt x="220" y="434"/>
                  </a:cubicBezTo>
                  <a:lnTo>
                    <a:pt x="2833" y="434"/>
                  </a:lnTo>
                  <a:lnTo>
                    <a:pt x="2833" y="3030"/>
                  </a:lnTo>
                  <a:cubicBezTo>
                    <a:pt x="2833" y="3153"/>
                    <a:pt x="2934" y="3250"/>
                    <a:pt x="3055" y="3250"/>
                  </a:cubicBezTo>
                  <a:cubicBezTo>
                    <a:pt x="3062" y="3250"/>
                    <a:pt x="3068" y="3250"/>
                    <a:pt x="3075" y="3250"/>
                  </a:cubicBezTo>
                  <a:cubicBezTo>
                    <a:pt x="3188" y="3238"/>
                    <a:pt x="3267" y="3137"/>
                    <a:pt x="3267" y="3024"/>
                  </a:cubicBezTo>
                  <a:lnTo>
                    <a:pt x="3267" y="214"/>
                  </a:lnTo>
                  <a:cubicBezTo>
                    <a:pt x="3267" y="96"/>
                    <a:pt x="3171" y="0"/>
                    <a:pt x="3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12693856" y="1868012"/>
              <a:ext cx="201333" cy="104584"/>
            </a:xfrm>
            <a:custGeom>
              <a:avLst/>
              <a:gdLst/>
              <a:ahLst/>
              <a:cxnLst/>
              <a:rect l="l" t="t" r="r" b="b"/>
              <a:pathLst>
                <a:path w="2518" h="1308" extrusionOk="0">
                  <a:moveTo>
                    <a:pt x="214" y="1"/>
                  </a:moveTo>
                  <a:cubicBezTo>
                    <a:pt x="96" y="1"/>
                    <a:pt x="0" y="102"/>
                    <a:pt x="0" y="220"/>
                  </a:cubicBezTo>
                  <a:lnTo>
                    <a:pt x="0" y="1093"/>
                  </a:lnTo>
                  <a:cubicBezTo>
                    <a:pt x="0" y="1211"/>
                    <a:pt x="96" y="1307"/>
                    <a:pt x="214" y="1307"/>
                  </a:cubicBezTo>
                  <a:lnTo>
                    <a:pt x="2411" y="1307"/>
                  </a:lnTo>
                  <a:lnTo>
                    <a:pt x="2518" y="873"/>
                  </a:lnTo>
                  <a:lnTo>
                    <a:pt x="2039" y="220"/>
                  </a:lnTo>
                  <a:lnTo>
                    <a:pt x="1943" y="91"/>
                  </a:lnTo>
                  <a:cubicBezTo>
                    <a:pt x="1904" y="34"/>
                    <a:pt x="1836" y="1"/>
                    <a:pt x="1769" y="1"/>
                  </a:cubicBezTo>
                  <a:close/>
                </a:path>
              </a:pathLst>
            </a:custGeom>
            <a:solidFill>
              <a:srgbClr val="DA9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12693856" y="1937814"/>
              <a:ext cx="326067" cy="211248"/>
            </a:xfrm>
            <a:custGeom>
              <a:avLst/>
              <a:gdLst/>
              <a:ahLst/>
              <a:cxnLst/>
              <a:rect l="l" t="t" r="r" b="b"/>
              <a:pathLst>
                <a:path w="4078" h="2642" extrusionOk="0">
                  <a:moveTo>
                    <a:pt x="0" y="0"/>
                  </a:moveTo>
                  <a:lnTo>
                    <a:pt x="0" y="2422"/>
                  </a:lnTo>
                  <a:cubicBezTo>
                    <a:pt x="0" y="2546"/>
                    <a:pt x="96" y="2642"/>
                    <a:pt x="214" y="2642"/>
                  </a:cubicBezTo>
                  <a:lnTo>
                    <a:pt x="3858" y="2642"/>
                  </a:lnTo>
                  <a:cubicBezTo>
                    <a:pt x="3982" y="2642"/>
                    <a:pt x="4078" y="2546"/>
                    <a:pt x="4078" y="2422"/>
                  </a:cubicBezTo>
                  <a:lnTo>
                    <a:pt x="4078" y="220"/>
                  </a:lnTo>
                  <a:cubicBezTo>
                    <a:pt x="4078" y="96"/>
                    <a:pt x="3982" y="0"/>
                    <a:pt x="38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12804596" y="2026086"/>
              <a:ext cx="34782" cy="34702"/>
            </a:xfrm>
            <a:custGeom>
              <a:avLst/>
              <a:gdLst/>
              <a:ahLst/>
              <a:cxnLst/>
              <a:rect l="l" t="t" r="r" b="b"/>
              <a:pathLst>
                <a:path w="435" h="434" extrusionOk="0">
                  <a:moveTo>
                    <a:pt x="215" y="0"/>
                  </a:moveTo>
                  <a:cubicBezTo>
                    <a:pt x="96" y="0"/>
                    <a:pt x="1" y="96"/>
                    <a:pt x="1" y="214"/>
                  </a:cubicBezTo>
                  <a:cubicBezTo>
                    <a:pt x="1" y="338"/>
                    <a:pt x="96" y="434"/>
                    <a:pt x="215" y="434"/>
                  </a:cubicBezTo>
                  <a:cubicBezTo>
                    <a:pt x="339" y="434"/>
                    <a:pt x="434" y="338"/>
                    <a:pt x="434" y="214"/>
                  </a:cubicBezTo>
                  <a:cubicBezTo>
                    <a:pt x="434" y="96"/>
                    <a:pt x="339" y="0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12873919" y="2026086"/>
              <a:ext cx="35261" cy="34702"/>
            </a:xfrm>
            <a:custGeom>
              <a:avLst/>
              <a:gdLst/>
              <a:ahLst/>
              <a:cxnLst/>
              <a:rect l="l" t="t" r="r" b="b"/>
              <a:pathLst>
                <a:path w="441" h="434" extrusionOk="0">
                  <a:moveTo>
                    <a:pt x="221" y="0"/>
                  </a:moveTo>
                  <a:cubicBezTo>
                    <a:pt x="102" y="0"/>
                    <a:pt x="1" y="96"/>
                    <a:pt x="1" y="214"/>
                  </a:cubicBezTo>
                  <a:cubicBezTo>
                    <a:pt x="1" y="338"/>
                    <a:pt x="102" y="434"/>
                    <a:pt x="221" y="434"/>
                  </a:cubicBezTo>
                  <a:cubicBezTo>
                    <a:pt x="339" y="434"/>
                    <a:pt x="440" y="338"/>
                    <a:pt x="440" y="214"/>
                  </a:cubicBezTo>
                  <a:cubicBezTo>
                    <a:pt x="440" y="96"/>
                    <a:pt x="339" y="0"/>
                    <a:pt x="2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12961791" y="2181442"/>
              <a:ext cx="201733" cy="104504"/>
            </a:xfrm>
            <a:custGeom>
              <a:avLst/>
              <a:gdLst/>
              <a:ahLst/>
              <a:cxnLst/>
              <a:rect l="l" t="t" r="r" b="b"/>
              <a:pathLst>
                <a:path w="2523" h="1307" extrusionOk="0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lnTo>
                    <a:pt x="0" y="1087"/>
                  </a:lnTo>
                  <a:cubicBezTo>
                    <a:pt x="0" y="1211"/>
                    <a:pt x="96" y="1307"/>
                    <a:pt x="220" y="1307"/>
                  </a:cubicBezTo>
                  <a:lnTo>
                    <a:pt x="2416" y="1307"/>
                  </a:lnTo>
                  <a:lnTo>
                    <a:pt x="2523" y="873"/>
                  </a:lnTo>
                  <a:lnTo>
                    <a:pt x="2039" y="214"/>
                  </a:lnTo>
                  <a:lnTo>
                    <a:pt x="1943" y="90"/>
                  </a:lnTo>
                  <a:cubicBezTo>
                    <a:pt x="1904" y="34"/>
                    <a:pt x="1836" y="0"/>
                    <a:pt x="1768" y="0"/>
                  </a:cubicBezTo>
                  <a:close/>
                </a:path>
              </a:pathLst>
            </a:custGeom>
            <a:solidFill>
              <a:srgbClr val="DA9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12961791" y="2251164"/>
              <a:ext cx="326067" cy="211328"/>
            </a:xfrm>
            <a:custGeom>
              <a:avLst/>
              <a:gdLst/>
              <a:ahLst/>
              <a:cxnLst/>
              <a:rect l="l" t="t" r="r" b="b"/>
              <a:pathLst>
                <a:path w="4078" h="2643" extrusionOk="0">
                  <a:moveTo>
                    <a:pt x="0" y="1"/>
                  </a:moveTo>
                  <a:lnTo>
                    <a:pt x="0" y="2423"/>
                  </a:lnTo>
                  <a:cubicBezTo>
                    <a:pt x="0" y="2541"/>
                    <a:pt x="96" y="2642"/>
                    <a:pt x="220" y="2642"/>
                  </a:cubicBezTo>
                  <a:lnTo>
                    <a:pt x="3863" y="2642"/>
                  </a:lnTo>
                  <a:cubicBezTo>
                    <a:pt x="3982" y="2642"/>
                    <a:pt x="4077" y="2541"/>
                    <a:pt x="4077" y="2423"/>
                  </a:cubicBezTo>
                  <a:lnTo>
                    <a:pt x="4077" y="215"/>
                  </a:lnTo>
                  <a:cubicBezTo>
                    <a:pt x="4077" y="97"/>
                    <a:pt x="3982" y="1"/>
                    <a:pt x="38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13072531" y="2339436"/>
              <a:ext cx="35181" cy="34782"/>
            </a:xfrm>
            <a:custGeom>
              <a:avLst/>
              <a:gdLst/>
              <a:ahLst/>
              <a:cxnLst/>
              <a:rect l="l" t="t" r="r" b="b"/>
              <a:pathLst>
                <a:path w="440" h="435" extrusionOk="0">
                  <a:moveTo>
                    <a:pt x="220" y="1"/>
                  </a:moveTo>
                  <a:cubicBezTo>
                    <a:pt x="96" y="1"/>
                    <a:pt x="0" y="96"/>
                    <a:pt x="0" y="215"/>
                  </a:cubicBezTo>
                  <a:cubicBezTo>
                    <a:pt x="0" y="339"/>
                    <a:pt x="96" y="434"/>
                    <a:pt x="220" y="434"/>
                  </a:cubicBezTo>
                  <a:cubicBezTo>
                    <a:pt x="338" y="434"/>
                    <a:pt x="440" y="339"/>
                    <a:pt x="440" y="215"/>
                  </a:cubicBezTo>
                  <a:cubicBezTo>
                    <a:pt x="440" y="96"/>
                    <a:pt x="338" y="1"/>
                    <a:pt x="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13142333" y="2339436"/>
              <a:ext cx="34702" cy="34782"/>
            </a:xfrm>
            <a:custGeom>
              <a:avLst/>
              <a:gdLst/>
              <a:ahLst/>
              <a:cxnLst/>
              <a:rect l="l" t="t" r="r" b="b"/>
              <a:pathLst>
                <a:path w="434" h="435" extrusionOk="0">
                  <a:moveTo>
                    <a:pt x="220" y="1"/>
                  </a:moveTo>
                  <a:cubicBezTo>
                    <a:pt x="96" y="1"/>
                    <a:pt x="0" y="96"/>
                    <a:pt x="0" y="215"/>
                  </a:cubicBezTo>
                  <a:cubicBezTo>
                    <a:pt x="0" y="339"/>
                    <a:pt x="96" y="434"/>
                    <a:pt x="220" y="434"/>
                  </a:cubicBezTo>
                  <a:cubicBezTo>
                    <a:pt x="338" y="434"/>
                    <a:pt x="434" y="339"/>
                    <a:pt x="434" y="215"/>
                  </a:cubicBezTo>
                  <a:cubicBezTo>
                    <a:pt x="434" y="96"/>
                    <a:pt x="338" y="1"/>
                    <a:pt x="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" name="Google Shape;640;p20"/>
          <p:cNvGrpSpPr/>
          <p:nvPr/>
        </p:nvGrpSpPr>
        <p:grpSpPr>
          <a:xfrm>
            <a:off x="2954082" y="3902177"/>
            <a:ext cx="529099" cy="495089"/>
            <a:chOff x="9599643" y="1696874"/>
            <a:chExt cx="595359" cy="594479"/>
          </a:xfrm>
        </p:grpSpPr>
        <p:sp>
          <p:nvSpPr>
            <p:cNvPr id="641" name="Google Shape;641;p20"/>
            <p:cNvSpPr/>
            <p:nvPr/>
          </p:nvSpPr>
          <p:spPr>
            <a:xfrm>
              <a:off x="9856304" y="1696874"/>
              <a:ext cx="218044" cy="110821"/>
            </a:xfrm>
            <a:custGeom>
              <a:avLst/>
              <a:gdLst/>
              <a:ahLst/>
              <a:cxnLst/>
              <a:rect l="l" t="t" r="r" b="b"/>
              <a:pathLst>
                <a:path w="2727" h="1386" extrusionOk="0">
                  <a:moveTo>
                    <a:pt x="1183" y="1"/>
                  </a:moveTo>
                  <a:cubicBezTo>
                    <a:pt x="1127" y="1"/>
                    <a:pt x="1071" y="23"/>
                    <a:pt x="1031" y="68"/>
                  </a:cubicBezTo>
                  <a:lnTo>
                    <a:pt x="85" y="1014"/>
                  </a:lnTo>
                  <a:cubicBezTo>
                    <a:pt x="1" y="1099"/>
                    <a:pt x="1" y="1239"/>
                    <a:pt x="85" y="1324"/>
                  </a:cubicBezTo>
                  <a:cubicBezTo>
                    <a:pt x="125" y="1363"/>
                    <a:pt x="181" y="1386"/>
                    <a:pt x="237" y="1386"/>
                  </a:cubicBezTo>
                  <a:cubicBezTo>
                    <a:pt x="294" y="1386"/>
                    <a:pt x="350" y="1363"/>
                    <a:pt x="389" y="1324"/>
                  </a:cubicBezTo>
                  <a:lnTo>
                    <a:pt x="1274" y="440"/>
                  </a:lnTo>
                  <a:lnTo>
                    <a:pt x="2512" y="440"/>
                  </a:lnTo>
                  <a:cubicBezTo>
                    <a:pt x="2631" y="440"/>
                    <a:pt x="2726" y="338"/>
                    <a:pt x="2726" y="220"/>
                  </a:cubicBezTo>
                  <a:cubicBezTo>
                    <a:pt x="2726" y="102"/>
                    <a:pt x="2631" y="1"/>
                    <a:pt x="2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9979277" y="1766676"/>
              <a:ext cx="95069" cy="34782"/>
            </a:xfrm>
            <a:custGeom>
              <a:avLst/>
              <a:gdLst/>
              <a:ahLst/>
              <a:cxnLst/>
              <a:rect l="l" t="t" r="r" b="b"/>
              <a:pathLst>
                <a:path w="1189" h="435" extrusionOk="0">
                  <a:moveTo>
                    <a:pt x="214" y="0"/>
                  </a:moveTo>
                  <a:cubicBezTo>
                    <a:pt x="96" y="0"/>
                    <a:pt x="0" y="96"/>
                    <a:pt x="0" y="220"/>
                  </a:cubicBezTo>
                  <a:cubicBezTo>
                    <a:pt x="0" y="338"/>
                    <a:pt x="96" y="434"/>
                    <a:pt x="214" y="434"/>
                  </a:cubicBezTo>
                  <a:lnTo>
                    <a:pt x="974" y="434"/>
                  </a:lnTo>
                  <a:cubicBezTo>
                    <a:pt x="1093" y="434"/>
                    <a:pt x="1188" y="338"/>
                    <a:pt x="1188" y="220"/>
                  </a:cubicBezTo>
                  <a:cubicBezTo>
                    <a:pt x="1188" y="96"/>
                    <a:pt x="1093" y="0"/>
                    <a:pt x="9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10097693" y="2002149"/>
              <a:ext cx="97308" cy="34782"/>
            </a:xfrm>
            <a:custGeom>
              <a:avLst/>
              <a:gdLst/>
              <a:ahLst/>
              <a:cxnLst/>
              <a:rect l="l" t="t" r="r" b="b"/>
              <a:pathLst>
                <a:path w="1217" h="435" extrusionOk="0">
                  <a:moveTo>
                    <a:pt x="231" y="1"/>
                  </a:moveTo>
                  <a:cubicBezTo>
                    <a:pt x="102" y="1"/>
                    <a:pt x="0" y="113"/>
                    <a:pt x="12" y="243"/>
                  </a:cubicBezTo>
                  <a:cubicBezTo>
                    <a:pt x="28" y="355"/>
                    <a:pt x="124" y="434"/>
                    <a:pt x="237" y="434"/>
                  </a:cubicBezTo>
                  <a:lnTo>
                    <a:pt x="986" y="434"/>
                  </a:lnTo>
                  <a:cubicBezTo>
                    <a:pt x="1115" y="434"/>
                    <a:pt x="1217" y="327"/>
                    <a:pt x="1205" y="192"/>
                  </a:cubicBezTo>
                  <a:cubicBezTo>
                    <a:pt x="1189" y="85"/>
                    <a:pt x="1093" y="1"/>
                    <a:pt x="9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10005343" y="2186768"/>
              <a:ext cx="95549" cy="34782"/>
            </a:xfrm>
            <a:custGeom>
              <a:avLst/>
              <a:gdLst/>
              <a:ahLst/>
              <a:cxnLst/>
              <a:rect l="l" t="t" r="r" b="b"/>
              <a:pathLst>
                <a:path w="1195" h="435" extrusionOk="0">
                  <a:moveTo>
                    <a:pt x="220" y="1"/>
                  </a:moveTo>
                  <a:cubicBezTo>
                    <a:pt x="97" y="1"/>
                    <a:pt x="1" y="96"/>
                    <a:pt x="1" y="215"/>
                  </a:cubicBezTo>
                  <a:cubicBezTo>
                    <a:pt x="1" y="339"/>
                    <a:pt x="97" y="434"/>
                    <a:pt x="220" y="434"/>
                  </a:cubicBezTo>
                  <a:lnTo>
                    <a:pt x="975" y="434"/>
                  </a:lnTo>
                  <a:cubicBezTo>
                    <a:pt x="1093" y="434"/>
                    <a:pt x="1195" y="339"/>
                    <a:pt x="1195" y="215"/>
                  </a:cubicBezTo>
                  <a:cubicBezTo>
                    <a:pt x="1195" y="96"/>
                    <a:pt x="1093" y="1"/>
                    <a:pt x="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9859022" y="2177653"/>
              <a:ext cx="241871" cy="113700"/>
            </a:xfrm>
            <a:custGeom>
              <a:avLst/>
              <a:gdLst/>
              <a:ahLst/>
              <a:cxnLst/>
              <a:rect l="l" t="t" r="r" b="b"/>
              <a:pathLst>
                <a:path w="3025" h="1422" extrusionOk="0">
                  <a:moveTo>
                    <a:pt x="240" y="1"/>
                  </a:moveTo>
                  <a:cubicBezTo>
                    <a:pt x="184" y="1"/>
                    <a:pt x="127" y="22"/>
                    <a:pt x="85" y="64"/>
                  </a:cubicBezTo>
                  <a:cubicBezTo>
                    <a:pt x="1" y="154"/>
                    <a:pt x="1" y="289"/>
                    <a:pt x="85" y="374"/>
                  </a:cubicBezTo>
                  <a:lnTo>
                    <a:pt x="1065" y="1354"/>
                  </a:lnTo>
                  <a:cubicBezTo>
                    <a:pt x="1104" y="1399"/>
                    <a:pt x="1161" y="1421"/>
                    <a:pt x="1217" y="1421"/>
                  </a:cubicBezTo>
                  <a:lnTo>
                    <a:pt x="2805" y="1421"/>
                  </a:lnTo>
                  <a:cubicBezTo>
                    <a:pt x="2923" y="1421"/>
                    <a:pt x="3025" y="1320"/>
                    <a:pt x="3025" y="1202"/>
                  </a:cubicBezTo>
                  <a:cubicBezTo>
                    <a:pt x="3025" y="1083"/>
                    <a:pt x="2923" y="982"/>
                    <a:pt x="2805" y="982"/>
                  </a:cubicBezTo>
                  <a:lnTo>
                    <a:pt x="1307" y="982"/>
                  </a:lnTo>
                  <a:lnTo>
                    <a:pt x="395" y="64"/>
                  </a:lnTo>
                  <a:cubicBezTo>
                    <a:pt x="353" y="22"/>
                    <a:pt x="296" y="1"/>
                    <a:pt x="2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10012539" y="1932346"/>
              <a:ext cx="182463" cy="94350"/>
            </a:xfrm>
            <a:custGeom>
              <a:avLst/>
              <a:gdLst/>
              <a:ahLst/>
              <a:cxnLst/>
              <a:rect l="l" t="t" r="r" b="b"/>
              <a:pathLst>
                <a:path w="2282" h="1180" extrusionOk="0">
                  <a:moveTo>
                    <a:pt x="981" y="1"/>
                  </a:moveTo>
                  <a:cubicBezTo>
                    <a:pt x="925" y="1"/>
                    <a:pt x="868" y="29"/>
                    <a:pt x="829" y="68"/>
                  </a:cubicBezTo>
                  <a:lnTo>
                    <a:pt x="85" y="806"/>
                  </a:lnTo>
                  <a:cubicBezTo>
                    <a:pt x="1" y="891"/>
                    <a:pt x="1" y="1031"/>
                    <a:pt x="91" y="1116"/>
                  </a:cubicBezTo>
                  <a:cubicBezTo>
                    <a:pt x="133" y="1158"/>
                    <a:pt x="188" y="1179"/>
                    <a:pt x="243" y="1179"/>
                  </a:cubicBezTo>
                  <a:cubicBezTo>
                    <a:pt x="298" y="1179"/>
                    <a:pt x="353" y="1158"/>
                    <a:pt x="395" y="1116"/>
                  </a:cubicBezTo>
                  <a:lnTo>
                    <a:pt x="1071" y="440"/>
                  </a:lnTo>
                  <a:lnTo>
                    <a:pt x="2051" y="440"/>
                  </a:lnTo>
                  <a:cubicBezTo>
                    <a:pt x="2180" y="440"/>
                    <a:pt x="2282" y="327"/>
                    <a:pt x="2270" y="198"/>
                  </a:cubicBezTo>
                  <a:cubicBezTo>
                    <a:pt x="2254" y="85"/>
                    <a:pt x="2158" y="1"/>
                    <a:pt x="20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9611396" y="1768915"/>
              <a:ext cx="426893" cy="439127"/>
            </a:xfrm>
            <a:custGeom>
              <a:avLst/>
              <a:gdLst/>
              <a:ahLst/>
              <a:cxnLst/>
              <a:rect l="l" t="t" r="r" b="b"/>
              <a:pathLst>
                <a:path w="5339" h="5492" extrusionOk="0">
                  <a:moveTo>
                    <a:pt x="2670" y="1"/>
                  </a:moveTo>
                  <a:cubicBezTo>
                    <a:pt x="1892" y="1"/>
                    <a:pt x="1189" y="316"/>
                    <a:pt x="682" y="828"/>
                  </a:cubicBezTo>
                  <a:lnTo>
                    <a:pt x="676" y="828"/>
                  </a:lnTo>
                  <a:cubicBezTo>
                    <a:pt x="237" y="1437"/>
                    <a:pt x="0" y="1898"/>
                    <a:pt x="0" y="2670"/>
                  </a:cubicBezTo>
                  <a:cubicBezTo>
                    <a:pt x="0" y="4179"/>
                    <a:pt x="1189" y="5412"/>
                    <a:pt x="2675" y="5486"/>
                  </a:cubicBezTo>
                  <a:cubicBezTo>
                    <a:pt x="2720" y="5486"/>
                    <a:pt x="2765" y="5491"/>
                    <a:pt x="2816" y="5491"/>
                  </a:cubicBezTo>
                  <a:cubicBezTo>
                    <a:pt x="3278" y="5491"/>
                    <a:pt x="3531" y="5424"/>
                    <a:pt x="3818" y="5266"/>
                  </a:cubicBezTo>
                  <a:cubicBezTo>
                    <a:pt x="4286" y="5001"/>
                    <a:pt x="4663" y="4602"/>
                    <a:pt x="4911" y="4128"/>
                  </a:cubicBezTo>
                  <a:cubicBezTo>
                    <a:pt x="5125" y="3723"/>
                    <a:pt x="5339" y="3211"/>
                    <a:pt x="5339" y="2816"/>
                  </a:cubicBezTo>
                  <a:cubicBezTo>
                    <a:pt x="5339" y="2039"/>
                    <a:pt x="5170" y="1335"/>
                    <a:pt x="4658" y="828"/>
                  </a:cubicBezTo>
                  <a:cubicBezTo>
                    <a:pt x="4151" y="316"/>
                    <a:pt x="3447" y="1"/>
                    <a:pt x="2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9825280" y="1835119"/>
              <a:ext cx="224761" cy="318391"/>
            </a:xfrm>
            <a:custGeom>
              <a:avLst/>
              <a:gdLst/>
              <a:ahLst/>
              <a:cxnLst/>
              <a:rect l="l" t="t" r="r" b="b"/>
              <a:pathLst>
                <a:path w="2811" h="3982" extrusionOk="0">
                  <a:moveTo>
                    <a:pt x="1983" y="0"/>
                  </a:moveTo>
                  <a:lnTo>
                    <a:pt x="1673" y="310"/>
                  </a:lnTo>
                  <a:lnTo>
                    <a:pt x="0" y="2000"/>
                  </a:lnTo>
                  <a:lnTo>
                    <a:pt x="1983" y="3982"/>
                  </a:lnTo>
                  <a:cubicBezTo>
                    <a:pt x="2489" y="3475"/>
                    <a:pt x="2810" y="2765"/>
                    <a:pt x="2810" y="1994"/>
                  </a:cubicBezTo>
                  <a:cubicBezTo>
                    <a:pt x="2810" y="1217"/>
                    <a:pt x="2495" y="513"/>
                    <a:pt x="19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9599643" y="1835119"/>
              <a:ext cx="344137" cy="384196"/>
            </a:xfrm>
            <a:custGeom>
              <a:avLst/>
              <a:gdLst/>
              <a:ahLst/>
              <a:cxnLst/>
              <a:rect l="l" t="t" r="r" b="b"/>
              <a:pathLst>
                <a:path w="4304" h="4805" extrusionOk="0">
                  <a:moveTo>
                    <a:pt x="823" y="0"/>
                  </a:moveTo>
                  <a:cubicBezTo>
                    <a:pt x="316" y="507"/>
                    <a:pt x="1" y="1211"/>
                    <a:pt x="1" y="1988"/>
                  </a:cubicBezTo>
                  <a:cubicBezTo>
                    <a:pt x="1" y="3543"/>
                    <a:pt x="1262" y="4804"/>
                    <a:pt x="2817" y="4804"/>
                  </a:cubicBezTo>
                  <a:lnTo>
                    <a:pt x="2822" y="4804"/>
                  </a:lnTo>
                  <a:cubicBezTo>
                    <a:pt x="3228" y="4804"/>
                    <a:pt x="3464" y="4494"/>
                    <a:pt x="3813" y="4337"/>
                  </a:cubicBezTo>
                  <a:cubicBezTo>
                    <a:pt x="4129" y="4196"/>
                    <a:pt x="4067" y="4106"/>
                    <a:pt x="4303" y="3864"/>
                  </a:cubicBezTo>
                  <a:lnTo>
                    <a:pt x="2822" y="1994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9824801" y="1994953"/>
              <a:ext cx="159035" cy="224761"/>
            </a:xfrm>
            <a:custGeom>
              <a:avLst/>
              <a:gdLst/>
              <a:ahLst/>
              <a:cxnLst/>
              <a:rect l="l" t="t" r="r" b="b"/>
              <a:pathLst>
                <a:path w="1989" h="2811" extrusionOk="0">
                  <a:moveTo>
                    <a:pt x="1" y="1"/>
                  </a:moveTo>
                  <a:lnTo>
                    <a:pt x="1" y="2811"/>
                  </a:lnTo>
                  <a:cubicBezTo>
                    <a:pt x="778" y="2811"/>
                    <a:pt x="1476" y="2495"/>
                    <a:pt x="1989" y="198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20"/>
          <p:cNvGrpSpPr/>
          <p:nvPr/>
        </p:nvGrpSpPr>
        <p:grpSpPr>
          <a:xfrm>
            <a:off x="4342960" y="3918236"/>
            <a:ext cx="544305" cy="479521"/>
            <a:chOff x="10455665" y="1931274"/>
            <a:chExt cx="594004" cy="545784"/>
          </a:xfrm>
        </p:grpSpPr>
        <p:sp>
          <p:nvSpPr>
            <p:cNvPr id="652" name="Google Shape;652;p20"/>
            <p:cNvSpPr/>
            <p:nvPr/>
          </p:nvSpPr>
          <p:spPr>
            <a:xfrm>
              <a:off x="10700652" y="2337454"/>
              <a:ext cx="104105" cy="127932"/>
            </a:xfrm>
            <a:custGeom>
              <a:avLst/>
              <a:gdLst/>
              <a:ahLst/>
              <a:cxnLst/>
              <a:rect l="l" t="t" r="r" b="b"/>
              <a:pathLst>
                <a:path w="1302" h="1600" extrusionOk="0">
                  <a:moveTo>
                    <a:pt x="214" y="0"/>
                  </a:moveTo>
                  <a:cubicBezTo>
                    <a:pt x="96" y="0"/>
                    <a:pt x="0" y="102"/>
                    <a:pt x="0" y="220"/>
                  </a:cubicBezTo>
                  <a:lnTo>
                    <a:pt x="0" y="1380"/>
                  </a:lnTo>
                  <a:cubicBezTo>
                    <a:pt x="0" y="1498"/>
                    <a:pt x="96" y="1600"/>
                    <a:pt x="214" y="1600"/>
                  </a:cubicBezTo>
                  <a:lnTo>
                    <a:pt x="1087" y="1600"/>
                  </a:lnTo>
                  <a:cubicBezTo>
                    <a:pt x="1205" y="1600"/>
                    <a:pt x="1301" y="1498"/>
                    <a:pt x="1301" y="1380"/>
                  </a:cubicBezTo>
                  <a:lnTo>
                    <a:pt x="1301" y="220"/>
                  </a:lnTo>
                  <a:cubicBezTo>
                    <a:pt x="1301" y="102"/>
                    <a:pt x="1205" y="0"/>
                    <a:pt x="1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10628611" y="2441877"/>
              <a:ext cx="247708" cy="35181"/>
            </a:xfrm>
            <a:custGeom>
              <a:avLst/>
              <a:gdLst/>
              <a:ahLst/>
              <a:cxnLst/>
              <a:rect l="l" t="t" r="r" b="b"/>
              <a:pathLst>
                <a:path w="3098" h="440" extrusionOk="0">
                  <a:moveTo>
                    <a:pt x="220" y="1"/>
                  </a:moveTo>
                  <a:cubicBezTo>
                    <a:pt x="96" y="1"/>
                    <a:pt x="0" y="102"/>
                    <a:pt x="0" y="220"/>
                  </a:cubicBezTo>
                  <a:cubicBezTo>
                    <a:pt x="0" y="339"/>
                    <a:pt x="96" y="440"/>
                    <a:pt x="220" y="440"/>
                  </a:cubicBezTo>
                  <a:lnTo>
                    <a:pt x="2878" y="440"/>
                  </a:lnTo>
                  <a:cubicBezTo>
                    <a:pt x="2996" y="440"/>
                    <a:pt x="3098" y="339"/>
                    <a:pt x="3098" y="220"/>
                  </a:cubicBezTo>
                  <a:cubicBezTo>
                    <a:pt x="3098" y="102"/>
                    <a:pt x="2996" y="1"/>
                    <a:pt x="2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10471896" y="1950224"/>
              <a:ext cx="560662" cy="417458"/>
            </a:xfrm>
            <a:custGeom>
              <a:avLst/>
              <a:gdLst/>
              <a:ahLst/>
              <a:cxnLst/>
              <a:rect l="l" t="t" r="r" b="b"/>
              <a:pathLst>
                <a:path w="7012" h="5221" extrusionOk="0">
                  <a:moveTo>
                    <a:pt x="0" y="0"/>
                  </a:moveTo>
                  <a:lnTo>
                    <a:pt x="0" y="5220"/>
                  </a:lnTo>
                  <a:lnTo>
                    <a:pt x="7012" y="5220"/>
                  </a:lnTo>
                  <a:lnTo>
                    <a:pt x="7012" y="0"/>
                  </a:lnTo>
                  <a:close/>
                </a:path>
              </a:pathLst>
            </a:custGeom>
            <a:solidFill>
              <a:srgbClr val="F0F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10455665" y="1931274"/>
              <a:ext cx="594004" cy="452639"/>
            </a:xfrm>
            <a:custGeom>
              <a:avLst/>
              <a:gdLst/>
              <a:ahLst/>
              <a:cxnLst/>
              <a:rect l="l" t="t" r="r" b="b"/>
              <a:pathLst>
                <a:path w="7429" h="5661" extrusionOk="0">
                  <a:moveTo>
                    <a:pt x="6995" y="440"/>
                  </a:moveTo>
                  <a:lnTo>
                    <a:pt x="6995" y="5227"/>
                  </a:lnTo>
                  <a:lnTo>
                    <a:pt x="434" y="5227"/>
                  </a:lnTo>
                  <a:lnTo>
                    <a:pt x="434" y="440"/>
                  </a:lnTo>
                  <a:close/>
                  <a:moveTo>
                    <a:pt x="215" y="1"/>
                  </a:moveTo>
                  <a:cubicBezTo>
                    <a:pt x="96" y="1"/>
                    <a:pt x="1" y="102"/>
                    <a:pt x="1" y="220"/>
                  </a:cubicBezTo>
                  <a:lnTo>
                    <a:pt x="1" y="5446"/>
                  </a:lnTo>
                  <a:cubicBezTo>
                    <a:pt x="1" y="5564"/>
                    <a:pt x="96" y="5660"/>
                    <a:pt x="215" y="5660"/>
                  </a:cubicBezTo>
                  <a:lnTo>
                    <a:pt x="7215" y="5660"/>
                  </a:lnTo>
                  <a:cubicBezTo>
                    <a:pt x="7333" y="5660"/>
                    <a:pt x="7429" y="5564"/>
                    <a:pt x="7429" y="5446"/>
                  </a:cubicBezTo>
                  <a:lnTo>
                    <a:pt x="7429" y="220"/>
                  </a:lnTo>
                  <a:cubicBezTo>
                    <a:pt x="7429" y="102"/>
                    <a:pt x="7333" y="1"/>
                    <a:pt x="7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10571442" y="2001076"/>
              <a:ext cx="362048" cy="313993"/>
            </a:xfrm>
            <a:custGeom>
              <a:avLst/>
              <a:gdLst/>
              <a:ahLst/>
              <a:cxnLst/>
              <a:rect l="l" t="t" r="r" b="b"/>
              <a:pathLst>
                <a:path w="4528" h="3927" extrusionOk="0">
                  <a:moveTo>
                    <a:pt x="2258" y="0"/>
                  </a:moveTo>
                  <a:cubicBezTo>
                    <a:pt x="1656" y="0"/>
                    <a:pt x="1087" y="237"/>
                    <a:pt x="665" y="665"/>
                  </a:cubicBezTo>
                  <a:cubicBezTo>
                    <a:pt x="237" y="1093"/>
                    <a:pt x="0" y="1656"/>
                    <a:pt x="0" y="2264"/>
                  </a:cubicBezTo>
                  <a:cubicBezTo>
                    <a:pt x="0" y="2867"/>
                    <a:pt x="237" y="3436"/>
                    <a:pt x="665" y="3864"/>
                  </a:cubicBezTo>
                  <a:cubicBezTo>
                    <a:pt x="707" y="3906"/>
                    <a:pt x="762" y="3927"/>
                    <a:pt x="817" y="3927"/>
                  </a:cubicBezTo>
                  <a:cubicBezTo>
                    <a:pt x="872" y="3927"/>
                    <a:pt x="926" y="3906"/>
                    <a:pt x="969" y="3864"/>
                  </a:cubicBezTo>
                  <a:lnTo>
                    <a:pt x="1307" y="3526"/>
                  </a:lnTo>
                  <a:cubicBezTo>
                    <a:pt x="1385" y="3453"/>
                    <a:pt x="1397" y="3329"/>
                    <a:pt x="1340" y="3244"/>
                  </a:cubicBezTo>
                  <a:cubicBezTo>
                    <a:pt x="1294" y="3183"/>
                    <a:pt x="1226" y="3151"/>
                    <a:pt x="1158" y="3151"/>
                  </a:cubicBezTo>
                  <a:cubicBezTo>
                    <a:pt x="1102" y="3151"/>
                    <a:pt x="1046" y="3173"/>
                    <a:pt x="1002" y="3216"/>
                  </a:cubicBezTo>
                  <a:lnTo>
                    <a:pt x="828" y="3391"/>
                  </a:lnTo>
                  <a:cubicBezTo>
                    <a:pt x="620" y="3126"/>
                    <a:pt x="490" y="2816"/>
                    <a:pt x="451" y="2484"/>
                  </a:cubicBezTo>
                  <a:lnTo>
                    <a:pt x="777" y="2484"/>
                  </a:lnTo>
                  <a:cubicBezTo>
                    <a:pt x="907" y="2484"/>
                    <a:pt x="1008" y="2371"/>
                    <a:pt x="991" y="2242"/>
                  </a:cubicBezTo>
                  <a:cubicBezTo>
                    <a:pt x="980" y="2129"/>
                    <a:pt x="884" y="2045"/>
                    <a:pt x="772" y="2045"/>
                  </a:cubicBezTo>
                  <a:lnTo>
                    <a:pt x="456" y="2045"/>
                  </a:lnTo>
                  <a:cubicBezTo>
                    <a:pt x="496" y="1712"/>
                    <a:pt x="625" y="1403"/>
                    <a:pt x="834" y="1138"/>
                  </a:cubicBezTo>
                  <a:lnTo>
                    <a:pt x="1008" y="1318"/>
                  </a:lnTo>
                  <a:cubicBezTo>
                    <a:pt x="1053" y="1360"/>
                    <a:pt x="1109" y="1382"/>
                    <a:pt x="1165" y="1382"/>
                  </a:cubicBezTo>
                  <a:cubicBezTo>
                    <a:pt x="1221" y="1382"/>
                    <a:pt x="1276" y="1360"/>
                    <a:pt x="1318" y="1318"/>
                  </a:cubicBezTo>
                  <a:cubicBezTo>
                    <a:pt x="1402" y="1228"/>
                    <a:pt x="1402" y="1093"/>
                    <a:pt x="1318" y="1008"/>
                  </a:cubicBezTo>
                  <a:lnTo>
                    <a:pt x="1143" y="828"/>
                  </a:lnTo>
                  <a:cubicBezTo>
                    <a:pt x="1402" y="626"/>
                    <a:pt x="1718" y="496"/>
                    <a:pt x="2050" y="457"/>
                  </a:cubicBezTo>
                  <a:lnTo>
                    <a:pt x="2050" y="772"/>
                  </a:lnTo>
                  <a:cubicBezTo>
                    <a:pt x="2050" y="890"/>
                    <a:pt x="2140" y="986"/>
                    <a:pt x="2258" y="992"/>
                  </a:cubicBezTo>
                  <a:lnTo>
                    <a:pt x="2270" y="992"/>
                  </a:lnTo>
                  <a:cubicBezTo>
                    <a:pt x="2388" y="992"/>
                    <a:pt x="2484" y="896"/>
                    <a:pt x="2484" y="772"/>
                  </a:cubicBezTo>
                  <a:lnTo>
                    <a:pt x="2484" y="457"/>
                  </a:lnTo>
                  <a:cubicBezTo>
                    <a:pt x="2816" y="496"/>
                    <a:pt x="3131" y="626"/>
                    <a:pt x="3390" y="828"/>
                  </a:cubicBezTo>
                  <a:lnTo>
                    <a:pt x="3221" y="1003"/>
                  </a:lnTo>
                  <a:cubicBezTo>
                    <a:pt x="3142" y="1082"/>
                    <a:pt x="3131" y="1211"/>
                    <a:pt x="3199" y="1296"/>
                  </a:cubicBezTo>
                  <a:cubicBezTo>
                    <a:pt x="3244" y="1353"/>
                    <a:pt x="3307" y="1381"/>
                    <a:pt x="3371" y="1381"/>
                  </a:cubicBezTo>
                  <a:cubicBezTo>
                    <a:pt x="3426" y="1381"/>
                    <a:pt x="3481" y="1360"/>
                    <a:pt x="3525" y="1318"/>
                  </a:cubicBezTo>
                  <a:lnTo>
                    <a:pt x="3700" y="1138"/>
                  </a:lnTo>
                  <a:cubicBezTo>
                    <a:pt x="3908" y="1403"/>
                    <a:pt x="4038" y="1712"/>
                    <a:pt x="4077" y="2045"/>
                  </a:cubicBezTo>
                  <a:lnTo>
                    <a:pt x="3756" y="2045"/>
                  </a:lnTo>
                  <a:cubicBezTo>
                    <a:pt x="3627" y="2045"/>
                    <a:pt x="3525" y="2157"/>
                    <a:pt x="3542" y="2287"/>
                  </a:cubicBezTo>
                  <a:cubicBezTo>
                    <a:pt x="3554" y="2399"/>
                    <a:pt x="3649" y="2484"/>
                    <a:pt x="3762" y="2484"/>
                  </a:cubicBezTo>
                  <a:lnTo>
                    <a:pt x="4077" y="2484"/>
                  </a:lnTo>
                  <a:cubicBezTo>
                    <a:pt x="4038" y="2816"/>
                    <a:pt x="3908" y="3126"/>
                    <a:pt x="3700" y="3391"/>
                  </a:cubicBezTo>
                  <a:lnTo>
                    <a:pt x="3520" y="3216"/>
                  </a:lnTo>
                  <a:cubicBezTo>
                    <a:pt x="3478" y="3172"/>
                    <a:pt x="3424" y="3151"/>
                    <a:pt x="3370" y="3151"/>
                  </a:cubicBezTo>
                  <a:cubicBezTo>
                    <a:pt x="3315" y="3151"/>
                    <a:pt x="3259" y="3173"/>
                    <a:pt x="3216" y="3216"/>
                  </a:cubicBezTo>
                  <a:cubicBezTo>
                    <a:pt x="3126" y="3300"/>
                    <a:pt x="3126" y="3436"/>
                    <a:pt x="3216" y="3520"/>
                  </a:cubicBezTo>
                  <a:lnTo>
                    <a:pt x="3554" y="3864"/>
                  </a:lnTo>
                  <a:cubicBezTo>
                    <a:pt x="3596" y="3906"/>
                    <a:pt x="3652" y="3927"/>
                    <a:pt x="3708" y="3927"/>
                  </a:cubicBezTo>
                  <a:cubicBezTo>
                    <a:pt x="3765" y="3927"/>
                    <a:pt x="3821" y="3906"/>
                    <a:pt x="3863" y="3864"/>
                  </a:cubicBezTo>
                  <a:cubicBezTo>
                    <a:pt x="4291" y="3436"/>
                    <a:pt x="4528" y="2867"/>
                    <a:pt x="4528" y="2264"/>
                  </a:cubicBezTo>
                  <a:cubicBezTo>
                    <a:pt x="4528" y="1656"/>
                    <a:pt x="4291" y="1093"/>
                    <a:pt x="3863" y="665"/>
                  </a:cubicBezTo>
                  <a:cubicBezTo>
                    <a:pt x="3435" y="237"/>
                    <a:pt x="2866" y="0"/>
                    <a:pt x="22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10757821" y="2118932"/>
              <a:ext cx="59089" cy="55650"/>
            </a:xfrm>
            <a:custGeom>
              <a:avLst/>
              <a:gdLst/>
              <a:ahLst/>
              <a:cxnLst/>
              <a:rect l="l" t="t" r="r" b="b"/>
              <a:pathLst>
                <a:path w="739" h="696" extrusionOk="0">
                  <a:moveTo>
                    <a:pt x="499" y="0"/>
                  </a:moveTo>
                  <a:cubicBezTo>
                    <a:pt x="443" y="0"/>
                    <a:pt x="386" y="22"/>
                    <a:pt x="344" y="64"/>
                  </a:cubicBezTo>
                  <a:lnTo>
                    <a:pt x="85" y="323"/>
                  </a:lnTo>
                  <a:cubicBezTo>
                    <a:pt x="0" y="407"/>
                    <a:pt x="0" y="543"/>
                    <a:pt x="85" y="633"/>
                  </a:cubicBezTo>
                  <a:cubicBezTo>
                    <a:pt x="127" y="675"/>
                    <a:pt x="184" y="696"/>
                    <a:pt x="240" y="696"/>
                  </a:cubicBezTo>
                  <a:cubicBezTo>
                    <a:pt x="296" y="696"/>
                    <a:pt x="352" y="675"/>
                    <a:pt x="395" y="633"/>
                  </a:cubicBezTo>
                  <a:lnTo>
                    <a:pt x="654" y="374"/>
                  </a:lnTo>
                  <a:cubicBezTo>
                    <a:pt x="738" y="289"/>
                    <a:pt x="738" y="148"/>
                    <a:pt x="654" y="64"/>
                  </a:cubicBezTo>
                  <a:cubicBezTo>
                    <a:pt x="612" y="22"/>
                    <a:pt x="555" y="0"/>
                    <a:pt x="4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10707368" y="2136123"/>
              <a:ext cx="94670" cy="90192"/>
            </a:xfrm>
            <a:custGeom>
              <a:avLst/>
              <a:gdLst/>
              <a:ahLst/>
              <a:cxnLst/>
              <a:rect l="l" t="t" r="r" b="b"/>
              <a:pathLst>
                <a:path w="1184" h="1128" extrusionOk="0">
                  <a:moveTo>
                    <a:pt x="558" y="1"/>
                  </a:moveTo>
                  <a:cubicBezTo>
                    <a:pt x="249" y="1"/>
                    <a:pt x="1" y="254"/>
                    <a:pt x="1" y="564"/>
                  </a:cubicBezTo>
                  <a:cubicBezTo>
                    <a:pt x="1" y="874"/>
                    <a:pt x="249" y="1122"/>
                    <a:pt x="558" y="1127"/>
                  </a:cubicBezTo>
                  <a:cubicBezTo>
                    <a:pt x="829" y="1127"/>
                    <a:pt x="1065" y="936"/>
                    <a:pt x="1116" y="671"/>
                  </a:cubicBezTo>
                  <a:cubicBezTo>
                    <a:pt x="1183" y="311"/>
                    <a:pt x="907" y="1"/>
                    <a:pt x="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193;p16">
            <a:extLst>
              <a:ext uri="{FF2B5EF4-FFF2-40B4-BE49-F238E27FC236}">
                <a16:creationId xmlns:a16="http://schemas.microsoft.com/office/drawing/2014/main" id="{25E17F05-1CE4-C146-7C2E-4762B75EDF59}"/>
              </a:ext>
            </a:extLst>
          </p:cNvPr>
          <p:cNvGrpSpPr/>
          <p:nvPr/>
        </p:nvGrpSpPr>
        <p:grpSpPr>
          <a:xfrm>
            <a:off x="1558329" y="3970127"/>
            <a:ext cx="574341" cy="369482"/>
            <a:chOff x="580270" y="3024080"/>
            <a:chExt cx="627697" cy="403808"/>
          </a:xfrm>
        </p:grpSpPr>
        <p:sp>
          <p:nvSpPr>
            <p:cNvPr id="3" name="Google Shape;194;p16">
              <a:extLst>
                <a:ext uri="{FF2B5EF4-FFF2-40B4-BE49-F238E27FC236}">
                  <a16:creationId xmlns:a16="http://schemas.microsoft.com/office/drawing/2014/main" id="{EB8FE8EA-D90A-C508-4637-A55D6AB9797E}"/>
                </a:ext>
              </a:extLst>
            </p:cNvPr>
            <p:cNvSpPr/>
            <p:nvPr/>
          </p:nvSpPr>
          <p:spPr>
            <a:xfrm>
              <a:off x="649455" y="3024080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5" y="891"/>
                  </a:moveTo>
                  <a:lnTo>
                    <a:pt x="188" y="891"/>
                  </a:lnTo>
                  <a:cubicBezTo>
                    <a:pt x="84" y="891"/>
                    <a:pt x="0" y="808"/>
                    <a:pt x="0" y="704"/>
                  </a:cubicBezTo>
                  <a:lnTo>
                    <a:pt x="0" y="189"/>
                  </a:lnTo>
                  <a:cubicBezTo>
                    <a:pt x="0" y="84"/>
                    <a:pt x="84" y="1"/>
                    <a:pt x="188" y="1"/>
                  </a:cubicBezTo>
                  <a:lnTo>
                    <a:pt x="1865" y="1"/>
                  </a:lnTo>
                  <a:cubicBezTo>
                    <a:pt x="1970" y="1"/>
                    <a:pt x="2053" y="84"/>
                    <a:pt x="2053" y="189"/>
                  </a:cubicBezTo>
                  <a:lnTo>
                    <a:pt x="2053" y="704"/>
                  </a:lnTo>
                  <a:cubicBezTo>
                    <a:pt x="2053" y="808"/>
                    <a:pt x="1970" y="891"/>
                    <a:pt x="1865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95;p16">
              <a:extLst>
                <a:ext uri="{FF2B5EF4-FFF2-40B4-BE49-F238E27FC236}">
                  <a16:creationId xmlns:a16="http://schemas.microsoft.com/office/drawing/2014/main" id="{6FBF740E-E49C-994A-353E-0248AA3F1835}"/>
                </a:ext>
              </a:extLst>
            </p:cNvPr>
            <p:cNvSpPr/>
            <p:nvPr/>
          </p:nvSpPr>
          <p:spPr>
            <a:xfrm>
              <a:off x="792918" y="3024080"/>
              <a:ext cx="128061" cy="55398"/>
            </a:xfrm>
            <a:custGeom>
              <a:avLst/>
              <a:gdLst/>
              <a:ahLst/>
              <a:cxnLst/>
              <a:rect l="l" t="t" r="r" b="b"/>
              <a:pathLst>
                <a:path w="2062" h="892" extrusionOk="0">
                  <a:moveTo>
                    <a:pt x="1866" y="891"/>
                  </a:moveTo>
                  <a:lnTo>
                    <a:pt x="189" y="891"/>
                  </a:lnTo>
                  <a:cubicBezTo>
                    <a:pt x="84" y="891"/>
                    <a:pt x="1" y="808"/>
                    <a:pt x="1" y="704"/>
                  </a:cubicBezTo>
                  <a:lnTo>
                    <a:pt x="1" y="189"/>
                  </a:lnTo>
                  <a:cubicBezTo>
                    <a:pt x="1" y="84"/>
                    <a:pt x="84" y="1"/>
                    <a:pt x="189" y="1"/>
                  </a:cubicBezTo>
                  <a:lnTo>
                    <a:pt x="1866" y="1"/>
                  </a:lnTo>
                  <a:cubicBezTo>
                    <a:pt x="1971" y="1"/>
                    <a:pt x="2061" y="84"/>
                    <a:pt x="2061" y="189"/>
                  </a:cubicBezTo>
                  <a:lnTo>
                    <a:pt x="2061" y="704"/>
                  </a:lnTo>
                  <a:cubicBezTo>
                    <a:pt x="2061" y="808"/>
                    <a:pt x="1971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96;p16">
              <a:extLst>
                <a:ext uri="{FF2B5EF4-FFF2-40B4-BE49-F238E27FC236}">
                  <a16:creationId xmlns:a16="http://schemas.microsoft.com/office/drawing/2014/main" id="{2A8C5708-E631-4DD4-8168-658EE8693852}"/>
                </a:ext>
              </a:extLst>
            </p:cNvPr>
            <p:cNvSpPr/>
            <p:nvPr/>
          </p:nvSpPr>
          <p:spPr>
            <a:xfrm>
              <a:off x="936443" y="3024080"/>
              <a:ext cx="127998" cy="55398"/>
            </a:xfrm>
            <a:custGeom>
              <a:avLst/>
              <a:gdLst/>
              <a:ahLst/>
              <a:cxnLst/>
              <a:rect l="l" t="t" r="r" b="b"/>
              <a:pathLst>
                <a:path w="2061" h="892" extrusionOk="0">
                  <a:moveTo>
                    <a:pt x="1873" y="891"/>
                  </a:moveTo>
                  <a:lnTo>
                    <a:pt x="196" y="891"/>
                  </a:lnTo>
                  <a:cubicBezTo>
                    <a:pt x="91" y="891"/>
                    <a:pt x="1" y="808"/>
                    <a:pt x="1" y="704"/>
                  </a:cubicBezTo>
                  <a:lnTo>
                    <a:pt x="1" y="189"/>
                  </a:lnTo>
                  <a:cubicBezTo>
                    <a:pt x="1" y="84"/>
                    <a:pt x="91" y="1"/>
                    <a:pt x="196" y="1"/>
                  </a:cubicBezTo>
                  <a:lnTo>
                    <a:pt x="1873" y="1"/>
                  </a:lnTo>
                  <a:cubicBezTo>
                    <a:pt x="1977" y="1"/>
                    <a:pt x="2061" y="84"/>
                    <a:pt x="2061" y="189"/>
                  </a:cubicBezTo>
                  <a:lnTo>
                    <a:pt x="2061" y="704"/>
                  </a:lnTo>
                  <a:cubicBezTo>
                    <a:pt x="2061" y="808"/>
                    <a:pt x="1977" y="891"/>
                    <a:pt x="1873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7;p16">
              <a:extLst>
                <a:ext uri="{FF2B5EF4-FFF2-40B4-BE49-F238E27FC236}">
                  <a16:creationId xmlns:a16="http://schemas.microsoft.com/office/drawing/2014/main" id="{10E7577B-7B68-19A9-6240-1972513E79C8}"/>
                </a:ext>
              </a:extLst>
            </p:cNvPr>
            <p:cNvSpPr/>
            <p:nvPr/>
          </p:nvSpPr>
          <p:spPr>
            <a:xfrm>
              <a:off x="1080403" y="3024080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6" y="891"/>
                  </a:moveTo>
                  <a:lnTo>
                    <a:pt x="188" y="891"/>
                  </a:lnTo>
                  <a:cubicBezTo>
                    <a:pt x="84" y="891"/>
                    <a:pt x="0" y="808"/>
                    <a:pt x="0" y="704"/>
                  </a:cubicBezTo>
                  <a:lnTo>
                    <a:pt x="0" y="189"/>
                  </a:lnTo>
                  <a:cubicBezTo>
                    <a:pt x="0" y="84"/>
                    <a:pt x="84" y="1"/>
                    <a:pt x="188" y="1"/>
                  </a:cubicBezTo>
                  <a:lnTo>
                    <a:pt x="1866" y="1"/>
                  </a:lnTo>
                  <a:cubicBezTo>
                    <a:pt x="1970" y="1"/>
                    <a:pt x="2054" y="84"/>
                    <a:pt x="2054" y="189"/>
                  </a:cubicBezTo>
                  <a:lnTo>
                    <a:pt x="2054" y="704"/>
                  </a:lnTo>
                  <a:cubicBezTo>
                    <a:pt x="2054" y="808"/>
                    <a:pt x="1970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8;p16">
              <a:extLst>
                <a:ext uri="{FF2B5EF4-FFF2-40B4-BE49-F238E27FC236}">
                  <a16:creationId xmlns:a16="http://schemas.microsoft.com/office/drawing/2014/main" id="{2B0EEDCB-B54C-5E54-55A7-F0FCC02735F7}"/>
                </a:ext>
              </a:extLst>
            </p:cNvPr>
            <p:cNvSpPr/>
            <p:nvPr/>
          </p:nvSpPr>
          <p:spPr>
            <a:xfrm>
              <a:off x="580270" y="3094135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6" y="891"/>
                  </a:moveTo>
                  <a:lnTo>
                    <a:pt x="188" y="891"/>
                  </a:lnTo>
                  <a:cubicBezTo>
                    <a:pt x="84" y="891"/>
                    <a:pt x="0" y="808"/>
                    <a:pt x="0" y="703"/>
                  </a:cubicBezTo>
                  <a:lnTo>
                    <a:pt x="0" y="195"/>
                  </a:lnTo>
                  <a:cubicBezTo>
                    <a:pt x="0" y="91"/>
                    <a:pt x="84" y="0"/>
                    <a:pt x="188" y="0"/>
                  </a:cubicBezTo>
                  <a:lnTo>
                    <a:pt x="1866" y="0"/>
                  </a:lnTo>
                  <a:cubicBezTo>
                    <a:pt x="1970" y="0"/>
                    <a:pt x="2054" y="91"/>
                    <a:pt x="2054" y="195"/>
                  </a:cubicBezTo>
                  <a:lnTo>
                    <a:pt x="2054" y="703"/>
                  </a:lnTo>
                  <a:cubicBezTo>
                    <a:pt x="2054" y="808"/>
                    <a:pt x="1970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9;p16">
              <a:extLst>
                <a:ext uri="{FF2B5EF4-FFF2-40B4-BE49-F238E27FC236}">
                  <a16:creationId xmlns:a16="http://schemas.microsoft.com/office/drawing/2014/main" id="{61542730-E693-0F2C-2999-B5CF02B5BE42}"/>
                </a:ext>
              </a:extLst>
            </p:cNvPr>
            <p:cNvSpPr/>
            <p:nvPr/>
          </p:nvSpPr>
          <p:spPr>
            <a:xfrm>
              <a:off x="723795" y="3094135"/>
              <a:ext cx="127998" cy="55398"/>
            </a:xfrm>
            <a:custGeom>
              <a:avLst/>
              <a:gdLst/>
              <a:ahLst/>
              <a:cxnLst/>
              <a:rect l="l" t="t" r="r" b="b"/>
              <a:pathLst>
                <a:path w="2061" h="892" extrusionOk="0">
                  <a:moveTo>
                    <a:pt x="1866" y="891"/>
                  </a:moveTo>
                  <a:lnTo>
                    <a:pt x="188" y="891"/>
                  </a:lnTo>
                  <a:cubicBezTo>
                    <a:pt x="91" y="891"/>
                    <a:pt x="0" y="808"/>
                    <a:pt x="0" y="703"/>
                  </a:cubicBezTo>
                  <a:lnTo>
                    <a:pt x="0" y="195"/>
                  </a:lnTo>
                  <a:cubicBezTo>
                    <a:pt x="0" y="91"/>
                    <a:pt x="91" y="0"/>
                    <a:pt x="188" y="0"/>
                  </a:cubicBezTo>
                  <a:lnTo>
                    <a:pt x="1866" y="0"/>
                  </a:lnTo>
                  <a:cubicBezTo>
                    <a:pt x="1970" y="0"/>
                    <a:pt x="2060" y="91"/>
                    <a:pt x="2060" y="195"/>
                  </a:cubicBezTo>
                  <a:lnTo>
                    <a:pt x="2060" y="703"/>
                  </a:lnTo>
                  <a:cubicBezTo>
                    <a:pt x="2060" y="808"/>
                    <a:pt x="1970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0;p16">
              <a:extLst>
                <a:ext uri="{FF2B5EF4-FFF2-40B4-BE49-F238E27FC236}">
                  <a16:creationId xmlns:a16="http://schemas.microsoft.com/office/drawing/2014/main" id="{C92F754C-4FC2-FE4A-1F5F-4C135584E587}"/>
                </a:ext>
              </a:extLst>
            </p:cNvPr>
            <p:cNvSpPr/>
            <p:nvPr/>
          </p:nvSpPr>
          <p:spPr>
            <a:xfrm>
              <a:off x="867693" y="3094135"/>
              <a:ext cx="127626" cy="55398"/>
            </a:xfrm>
            <a:custGeom>
              <a:avLst/>
              <a:gdLst/>
              <a:ahLst/>
              <a:cxnLst/>
              <a:rect l="l" t="t" r="r" b="b"/>
              <a:pathLst>
                <a:path w="2055" h="892" extrusionOk="0">
                  <a:moveTo>
                    <a:pt x="1866" y="891"/>
                  </a:moveTo>
                  <a:lnTo>
                    <a:pt x="189" y="891"/>
                  </a:lnTo>
                  <a:cubicBezTo>
                    <a:pt x="85" y="891"/>
                    <a:pt x="1" y="808"/>
                    <a:pt x="1" y="703"/>
                  </a:cubicBezTo>
                  <a:lnTo>
                    <a:pt x="1" y="195"/>
                  </a:lnTo>
                  <a:cubicBezTo>
                    <a:pt x="1" y="91"/>
                    <a:pt x="85" y="0"/>
                    <a:pt x="189" y="0"/>
                  </a:cubicBezTo>
                  <a:lnTo>
                    <a:pt x="1866" y="0"/>
                  </a:lnTo>
                  <a:cubicBezTo>
                    <a:pt x="1971" y="0"/>
                    <a:pt x="2054" y="91"/>
                    <a:pt x="2054" y="195"/>
                  </a:cubicBezTo>
                  <a:lnTo>
                    <a:pt x="2054" y="703"/>
                  </a:lnTo>
                  <a:cubicBezTo>
                    <a:pt x="2054" y="808"/>
                    <a:pt x="1971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1;p16">
              <a:extLst>
                <a:ext uri="{FF2B5EF4-FFF2-40B4-BE49-F238E27FC236}">
                  <a16:creationId xmlns:a16="http://schemas.microsoft.com/office/drawing/2014/main" id="{2D9A98DA-62F2-215E-CCD8-5A8F32998CDE}"/>
                </a:ext>
              </a:extLst>
            </p:cNvPr>
            <p:cNvSpPr/>
            <p:nvPr/>
          </p:nvSpPr>
          <p:spPr>
            <a:xfrm>
              <a:off x="1011218" y="3094135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6" y="891"/>
                  </a:moveTo>
                  <a:lnTo>
                    <a:pt x="189" y="891"/>
                  </a:lnTo>
                  <a:cubicBezTo>
                    <a:pt x="84" y="891"/>
                    <a:pt x="1" y="808"/>
                    <a:pt x="1" y="703"/>
                  </a:cubicBezTo>
                  <a:lnTo>
                    <a:pt x="1" y="195"/>
                  </a:lnTo>
                  <a:cubicBezTo>
                    <a:pt x="1" y="91"/>
                    <a:pt x="84" y="0"/>
                    <a:pt x="189" y="0"/>
                  </a:cubicBezTo>
                  <a:lnTo>
                    <a:pt x="1866" y="0"/>
                  </a:lnTo>
                  <a:cubicBezTo>
                    <a:pt x="1970" y="0"/>
                    <a:pt x="2054" y="91"/>
                    <a:pt x="2054" y="195"/>
                  </a:cubicBezTo>
                  <a:lnTo>
                    <a:pt x="2054" y="703"/>
                  </a:lnTo>
                  <a:cubicBezTo>
                    <a:pt x="2054" y="808"/>
                    <a:pt x="1970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2;p16">
              <a:extLst>
                <a:ext uri="{FF2B5EF4-FFF2-40B4-BE49-F238E27FC236}">
                  <a16:creationId xmlns:a16="http://schemas.microsoft.com/office/drawing/2014/main" id="{EE0849E9-D9A5-E99C-21B3-F091CCE42DCD}"/>
                </a:ext>
              </a:extLst>
            </p:cNvPr>
            <p:cNvSpPr/>
            <p:nvPr/>
          </p:nvSpPr>
          <p:spPr>
            <a:xfrm>
              <a:off x="649455" y="3164562"/>
              <a:ext cx="127564" cy="54963"/>
            </a:xfrm>
            <a:custGeom>
              <a:avLst/>
              <a:gdLst/>
              <a:ahLst/>
              <a:cxnLst/>
              <a:rect l="l" t="t" r="r" b="b"/>
              <a:pathLst>
                <a:path w="2054" h="885" extrusionOk="0">
                  <a:moveTo>
                    <a:pt x="1865" y="885"/>
                  </a:moveTo>
                  <a:lnTo>
                    <a:pt x="188" y="885"/>
                  </a:lnTo>
                  <a:cubicBezTo>
                    <a:pt x="84" y="885"/>
                    <a:pt x="0" y="801"/>
                    <a:pt x="0" y="697"/>
                  </a:cubicBezTo>
                  <a:lnTo>
                    <a:pt x="0" y="189"/>
                  </a:lnTo>
                  <a:cubicBezTo>
                    <a:pt x="0" y="84"/>
                    <a:pt x="84" y="1"/>
                    <a:pt x="188" y="1"/>
                  </a:cubicBezTo>
                  <a:lnTo>
                    <a:pt x="1865" y="1"/>
                  </a:lnTo>
                  <a:cubicBezTo>
                    <a:pt x="1970" y="1"/>
                    <a:pt x="2053" y="84"/>
                    <a:pt x="2053" y="189"/>
                  </a:cubicBezTo>
                  <a:lnTo>
                    <a:pt x="2053" y="697"/>
                  </a:lnTo>
                  <a:cubicBezTo>
                    <a:pt x="2053" y="801"/>
                    <a:pt x="1970" y="885"/>
                    <a:pt x="1865" y="885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3;p16">
              <a:extLst>
                <a:ext uri="{FF2B5EF4-FFF2-40B4-BE49-F238E27FC236}">
                  <a16:creationId xmlns:a16="http://schemas.microsoft.com/office/drawing/2014/main" id="{21F14FA2-5B5B-3741-1E1E-88AACE8E4195}"/>
                </a:ext>
              </a:extLst>
            </p:cNvPr>
            <p:cNvSpPr/>
            <p:nvPr/>
          </p:nvSpPr>
          <p:spPr>
            <a:xfrm>
              <a:off x="792918" y="3164562"/>
              <a:ext cx="128061" cy="54963"/>
            </a:xfrm>
            <a:custGeom>
              <a:avLst/>
              <a:gdLst/>
              <a:ahLst/>
              <a:cxnLst/>
              <a:rect l="l" t="t" r="r" b="b"/>
              <a:pathLst>
                <a:path w="2062" h="885" extrusionOk="0">
                  <a:moveTo>
                    <a:pt x="1866" y="885"/>
                  </a:moveTo>
                  <a:lnTo>
                    <a:pt x="189" y="885"/>
                  </a:lnTo>
                  <a:cubicBezTo>
                    <a:pt x="84" y="885"/>
                    <a:pt x="1" y="801"/>
                    <a:pt x="1" y="697"/>
                  </a:cubicBezTo>
                  <a:lnTo>
                    <a:pt x="1" y="189"/>
                  </a:lnTo>
                  <a:cubicBezTo>
                    <a:pt x="1" y="84"/>
                    <a:pt x="84" y="1"/>
                    <a:pt x="189" y="1"/>
                  </a:cubicBezTo>
                  <a:lnTo>
                    <a:pt x="1866" y="1"/>
                  </a:lnTo>
                  <a:cubicBezTo>
                    <a:pt x="1971" y="1"/>
                    <a:pt x="2061" y="84"/>
                    <a:pt x="2061" y="189"/>
                  </a:cubicBezTo>
                  <a:lnTo>
                    <a:pt x="2061" y="697"/>
                  </a:lnTo>
                  <a:cubicBezTo>
                    <a:pt x="2061" y="801"/>
                    <a:pt x="1971" y="885"/>
                    <a:pt x="1866" y="885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4;p16">
              <a:extLst>
                <a:ext uri="{FF2B5EF4-FFF2-40B4-BE49-F238E27FC236}">
                  <a16:creationId xmlns:a16="http://schemas.microsoft.com/office/drawing/2014/main" id="{7B4F4348-724A-9A4C-6301-A25DE87BEB3A}"/>
                </a:ext>
              </a:extLst>
            </p:cNvPr>
            <p:cNvSpPr/>
            <p:nvPr/>
          </p:nvSpPr>
          <p:spPr>
            <a:xfrm>
              <a:off x="936443" y="3164562"/>
              <a:ext cx="127998" cy="54963"/>
            </a:xfrm>
            <a:custGeom>
              <a:avLst/>
              <a:gdLst/>
              <a:ahLst/>
              <a:cxnLst/>
              <a:rect l="l" t="t" r="r" b="b"/>
              <a:pathLst>
                <a:path w="2061" h="885" extrusionOk="0">
                  <a:moveTo>
                    <a:pt x="1873" y="885"/>
                  </a:moveTo>
                  <a:lnTo>
                    <a:pt x="196" y="885"/>
                  </a:lnTo>
                  <a:cubicBezTo>
                    <a:pt x="91" y="885"/>
                    <a:pt x="1" y="801"/>
                    <a:pt x="1" y="697"/>
                  </a:cubicBezTo>
                  <a:lnTo>
                    <a:pt x="1" y="189"/>
                  </a:lnTo>
                  <a:cubicBezTo>
                    <a:pt x="1" y="84"/>
                    <a:pt x="91" y="1"/>
                    <a:pt x="196" y="1"/>
                  </a:cubicBezTo>
                  <a:lnTo>
                    <a:pt x="1873" y="1"/>
                  </a:lnTo>
                  <a:cubicBezTo>
                    <a:pt x="1977" y="1"/>
                    <a:pt x="2061" y="84"/>
                    <a:pt x="2061" y="189"/>
                  </a:cubicBezTo>
                  <a:lnTo>
                    <a:pt x="2061" y="697"/>
                  </a:lnTo>
                  <a:cubicBezTo>
                    <a:pt x="2061" y="801"/>
                    <a:pt x="1977" y="885"/>
                    <a:pt x="1873" y="885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05;p16">
              <a:extLst>
                <a:ext uri="{FF2B5EF4-FFF2-40B4-BE49-F238E27FC236}">
                  <a16:creationId xmlns:a16="http://schemas.microsoft.com/office/drawing/2014/main" id="{E4054DEF-156B-DA82-5184-5F1B0CE2F8A0}"/>
                </a:ext>
              </a:extLst>
            </p:cNvPr>
            <p:cNvSpPr/>
            <p:nvPr/>
          </p:nvSpPr>
          <p:spPr>
            <a:xfrm>
              <a:off x="1080403" y="3164562"/>
              <a:ext cx="127564" cy="54963"/>
            </a:xfrm>
            <a:custGeom>
              <a:avLst/>
              <a:gdLst/>
              <a:ahLst/>
              <a:cxnLst/>
              <a:rect l="l" t="t" r="r" b="b"/>
              <a:pathLst>
                <a:path w="2054" h="885" extrusionOk="0">
                  <a:moveTo>
                    <a:pt x="1866" y="885"/>
                  </a:moveTo>
                  <a:lnTo>
                    <a:pt x="188" y="885"/>
                  </a:lnTo>
                  <a:cubicBezTo>
                    <a:pt x="84" y="885"/>
                    <a:pt x="0" y="801"/>
                    <a:pt x="0" y="697"/>
                  </a:cubicBezTo>
                  <a:lnTo>
                    <a:pt x="0" y="189"/>
                  </a:lnTo>
                  <a:cubicBezTo>
                    <a:pt x="0" y="84"/>
                    <a:pt x="84" y="1"/>
                    <a:pt x="188" y="1"/>
                  </a:cubicBezTo>
                  <a:lnTo>
                    <a:pt x="1866" y="1"/>
                  </a:lnTo>
                  <a:cubicBezTo>
                    <a:pt x="1970" y="1"/>
                    <a:pt x="2054" y="84"/>
                    <a:pt x="2054" y="189"/>
                  </a:cubicBezTo>
                  <a:lnTo>
                    <a:pt x="2054" y="697"/>
                  </a:lnTo>
                  <a:cubicBezTo>
                    <a:pt x="2054" y="801"/>
                    <a:pt x="1970" y="885"/>
                    <a:pt x="1866" y="885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06;p16">
              <a:extLst>
                <a:ext uri="{FF2B5EF4-FFF2-40B4-BE49-F238E27FC236}">
                  <a16:creationId xmlns:a16="http://schemas.microsoft.com/office/drawing/2014/main" id="{64288ED5-24BC-8BDD-694F-F0EEF9FF88CB}"/>
                </a:ext>
              </a:extLst>
            </p:cNvPr>
            <p:cNvSpPr/>
            <p:nvPr/>
          </p:nvSpPr>
          <p:spPr>
            <a:xfrm>
              <a:off x="580270" y="3234617"/>
              <a:ext cx="127564" cy="54963"/>
            </a:xfrm>
            <a:custGeom>
              <a:avLst/>
              <a:gdLst/>
              <a:ahLst/>
              <a:cxnLst/>
              <a:rect l="l" t="t" r="r" b="b"/>
              <a:pathLst>
                <a:path w="2054" h="885" extrusionOk="0">
                  <a:moveTo>
                    <a:pt x="1866" y="884"/>
                  </a:moveTo>
                  <a:lnTo>
                    <a:pt x="188" y="884"/>
                  </a:lnTo>
                  <a:cubicBezTo>
                    <a:pt x="84" y="884"/>
                    <a:pt x="0" y="801"/>
                    <a:pt x="0" y="696"/>
                  </a:cubicBezTo>
                  <a:lnTo>
                    <a:pt x="0" y="188"/>
                  </a:lnTo>
                  <a:cubicBezTo>
                    <a:pt x="0" y="84"/>
                    <a:pt x="84" y="0"/>
                    <a:pt x="188" y="0"/>
                  </a:cubicBezTo>
                  <a:lnTo>
                    <a:pt x="1866" y="0"/>
                  </a:lnTo>
                  <a:cubicBezTo>
                    <a:pt x="1970" y="0"/>
                    <a:pt x="2054" y="84"/>
                    <a:pt x="2054" y="188"/>
                  </a:cubicBezTo>
                  <a:lnTo>
                    <a:pt x="2054" y="696"/>
                  </a:lnTo>
                  <a:cubicBezTo>
                    <a:pt x="2054" y="801"/>
                    <a:pt x="1970" y="884"/>
                    <a:pt x="1866" y="884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07;p16">
              <a:extLst>
                <a:ext uri="{FF2B5EF4-FFF2-40B4-BE49-F238E27FC236}">
                  <a16:creationId xmlns:a16="http://schemas.microsoft.com/office/drawing/2014/main" id="{6A3820B6-4726-4670-2D83-85ED701A3BB6}"/>
                </a:ext>
              </a:extLst>
            </p:cNvPr>
            <p:cNvSpPr/>
            <p:nvPr/>
          </p:nvSpPr>
          <p:spPr>
            <a:xfrm>
              <a:off x="723795" y="3234617"/>
              <a:ext cx="127998" cy="54963"/>
            </a:xfrm>
            <a:custGeom>
              <a:avLst/>
              <a:gdLst/>
              <a:ahLst/>
              <a:cxnLst/>
              <a:rect l="l" t="t" r="r" b="b"/>
              <a:pathLst>
                <a:path w="2061" h="885" extrusionOk="0">
                  <a:moveTo>
                    <a:pt x="1866" y="884"/>
                  </a:moveTo>
                  <a:lnTo>
                    <a:pt x="188" y="884"/>
                  </a:lnTo>
                  <a:cubicBezTo>
                    <a:pt x="91" y="884"/>
                    <a:pt x="0" y="801"/>
                    <a:pt x="0" y="696"/>
                  </a:cubicBezTo>
                  <a:lnTo>
                    <a:pt x="0" y="188"/>
                  </a:lnTo>
                  <a:cubicBezTo>
                    <a:pt x="0" y="84"/>
                    <a:pt x="91" y="0"/>
                    <a:pt x="188" y="0"/>
                  </a:cubicBezTo>
                  <a:lnTo>
                    <a:pt x="1866" y="0"/>
                  </a:lnTo>
                  <a:cubicBezTo>
                    <a:pt x="1970" y="0"/>
                    <a:pt x="2060" y="84"/>
                    <a:pt x="2060" y="188"/>
                  </a:cubicBezTo>
                  <a:lnTo>
                    <a:pt x="2060" y="696"/>
                  </a:lnTo>
                  <a:cubicBezTo>
                    <a:pt x="2060" y="801"/>
                    <a:pt x="1970" y="884"/>
                    <a:pt x="1866" y="884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8;p16">
              <a:extLst>
                <a:ext uri="{FF2B5EF4-FFF2-40B4-BE49-F238E27FC236}">
                  <a16:creationId xmlns:a16="http://schemas.microsoft.com/office/drawing/2014/main" id="{D3ACE515-CCF8-9E94-7E30-81CDCC5DDD91}"/>
                </a:ext>
              </a:extLst>
            </p:cNvPr>
            <p:cNvSpPr/>
            <p:nvPr/>
          </p:nvSpPr>
          <p:spPr>
            <a:xfrm>
              <a:off x="867693" y="3234617"/>
              <a:ext cx="127626" cy="54963"/>
            </a:xfrm>
            <a:custGeom>
              <a:avLst/>
              <a:gdLst/>
              <a:ahLst/>
              <a:cxnLst/>
              <a:rect l="l" t="t" r="r" b="b"/>
              <a:pathLst>
                <a:path w="2055" h="885" extrusionOk="0">
                  <a:moveTo>
                    <a:pt x="1866" y="884"/>
                  </a:moveTo>
                  <a:lnTo>
                    <a:pt x="189" y="884"/>
                  </a:lnTo>
                  <a:cubicBezTo>
                    <a:pt x="85" y="884"/>
                    <a:pt x="1" y="801"/>
                    <a:pt x="1" y="696"/>
                  </a:cubicBezTo>
                  <a:lnTo>
                    <a:pt x="1" y="188"/>
                  </a:lnTo>
                  <a:cubicBezTo>
                    <a:pt x="1" y="84"/>
                    <a:pt x="85" y="0"/>
                    <a:pt x="189" y="0"/>
                  </a:cubicBezTo>
                  <a:lnTo>
                    <a:pt x="1866" y="0"/>
                  </a:lnTo>
                  <a:cubicBezTo>
                    <a:pt x="1971" y="0"/>
                    <a:pt x="2054" y="84"/>
                    <a:pt x="2054" y="188"/>
                  </a:cubicBezTo>
                  <a:lnTo>
                    <a:pt x="2054" y="696"/>
                  </a:lnTo>
                  <a:cubicBezTo>
                    <a:pt x="2054" y="801"/>
                    <a:pt x="1971" y="884"/>
                    <a:pt x="1866" y="884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09;p16">
              <a:extLst>
                <a:ext uri="{FF2B5EF4-FFF2-40B4-BE49-F238E27FC236}">
                  <a16:creationId xmlns:a16="http://schemas.microsoft.com/office/drawing/2014/main" id="{86AFD8B9-DE50-8C59-1C8D-8F982F77CF8A}"/>
                </a:ext>
              </a:extLst>
            </p:cNvPr>
            <p:cNvSpPr/>
            <p:nvPr/>
          </p:nvSpPr>
          <p:spPr>
            <a:xfrm>
              <a:off x="1011218" y="3234617"/>
              <a:ext cx="127564" cy="54963"/>
            </a:xfrm>
            <a:custGeom>
              <a:avLst/>
              <a:gdLst/>
              <a:ahLst/>
              <a:cxnLst/>
              <a:rect l="l" t="t" r="r" b="b"/>
              <a:pathLst>
                <a:path w="2054" h="885" extrusionOk="0">
                  <a:moveTo>
                    <a:pt x="1866" y="884"/>
                  </a:moveTo>
                  <a:lnTo>
                    <a:pt x="189" y="884"/>
                  </a:lnTo>
                  <a:cubicBezTo>
                    <a:pt x="84" y="884"/>
                    <a:pt x="1" y="801"/>
                    <a:pt x="1" y="696"/>
                  </a:cubicBezTo>
                  <a:lnTo>
                    <a:pt x="1" y="188"/>
                  </a:lnTo>
                  <a:cubicBezTo>
                    <a:pt x="1" y="84"/>
                    <a:pt x="84" y="0"/>
                    <a:pt x="189" y="0"/>
                  </a:cubicBezTo>
                  <a:lnTo>
                    <a:pt x="1866" y="0"/>
                  </a:lnTo>
                  <a:cubicBezTo>
                    <a:pt x="1970" y="0"/>
                    <a:pt x="2054" y="84"/>
                    <a:pt x="2054" y="188"/>
                  </a:cubicBezTo>
                  <a:lnTo>
                    <a:pt x="2054" y="696"/>
                  </a:lnTo>
                  <a:cubicBezTo>
                    <a:pt x="2054" y="801"/>
                    <a:pt x="1970" y="884"/>
                    <a:pt x="1866" y="884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0;p16">
              <a:extLst>
                <a:ext uri="{FF2B5EF4-FFF2-40B4-BE49-F238E27FC236}">
                  <a16:creationId xmlns:a16="http://schemas.microsoft.com/office/drawing/2014/main" id="{4C508F34-15AE-2A6A-8C27-5465A250EE2E}"/>
                </a:ext>
              </a:extLst>
            </p:cNvPr>
            <p:cNvSpPr/>
            <p:nvPr/>
          </p:nvSpPr>
          <p:spPr>
            <a:xfrm>
              <a:off x="649455" y="3302436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5" y="892"/>
                  </a:moveTo>
                  <a:lnTo>
                    <a:pt x="188" y="892"/>
                  </a:lnTo>
                  <a:cubicBezTo>
                    <a:pt x="84" y="892"/>
                    <a:pt x="0" y="801"/>
                    <a:pt x="0" y="697"/>
                  </a:cubicBezTo>
                  <a:lnTo>
                    <a:pt x="0" y="189"/>
                  </a:lnTo>
                  <a:cubicBezTo>
                    <a:pt x="0" y="84"/>
                    <a:pt x="84" y="1"/>
                    <a:pt x="188" y="1"/>
                  </a:cubicBezTo>
                  <a:lnTo>
                    <a:pt x="1865" y="1"/>
                  </a:lnTo>
                  <a:cubicBezTo>
                    <a:pt x="1970" y="1"/>
                    <a:pt x="2053" y="84"/>
                    <a:pt x="2053" y="189"/>
                  </a:cubicBezTo>
                  <a:lnTo>
                    <a:pt x="2053" y="697"/>
                  </a:lnTo>
                  <a:cubicBezTo>
                    <a:pt x="2053" y="801"/>
                    <a:pt x="1970" y="892"/>
                    <a:pt x="1865" y="892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1;p16">
              <a:extLst>
                <a:ext uri="{FF2B5EF4-FFF2-40B4-BE49-F238E27FC236}">
                  <a16:creationId xmlns:a16="http://schemas.microsoft.com/office/drawing/2014/main" id="{D9E9EF84-D2B0-38B3-2B93-8CAF707E439A}"/>
                </a:ext>
              </a:extLst>
            </p:cNvPr>
            <p:cNvSpPr/>
            <p:nvPr/>
          </p:nvSpPr>
          <p:spPr>
            <a:xfrm>
              <a:off x="792918" y="3302436"/>
              <a:ext cx="128061" cy="55398"/>
            </a:xfrm>
            <a:custGeom>
              <a:avLst/>
              <a:gdLst/>
              <a:ahLst/>
              <a:cxnLst/>
              <a:rect l="l" t="t" r="r" b="b"/>
              <a:pathLst>
                <a:path w="2062" h="892" extrusionOk="0">
                  <a:moveTo>
                    <a:pt x="1866" y="892"/>
                  </a:moveTo>
                  <a:lnTo>
                    <a:pt x="189" y="892"/>
                  </a:lnTo>
                  <a:cubicBezTo>
                    <a:pt x="84" y="892"/>
                    <a:pt x="1" y="801"/>
                    <a:pt x="1" y="697"/>
                  </a:cubicBezTo>
                  <a:lnTo>
                    <a:pt x="1" y="189"/>
                  </a:lnTo>
                  <a:cubicBezTo>
                    <a:pt x="1" y="84"/>
                    <a:pt x="84" y="1"/>
                    <a:pt x="189" y="1"/>
                  </a:cubicBezTo>
                  <a:lnTo>
                    <a:pt x="1866" y="1"/>
                  </a:lnTo>
                  <a:cubicBezTo>
                    <a:pt x="1971" y="1"/>
                    <a:pt x="2061" y="84"/>
                    <a:pt x="2061" y="189"/>
                  </a:cubicBezTo>
                  <a:lnTo>
                    <a:pt x="2061" y="697"/>
                  </a:lnTo>
                  <a:cubicBezTo>
                    <a:pt x="2061" y="801"/>
                    <a:pt x="1971" y="892"/>
                    <a:pt x="1866" y="892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2;p16">
              <a:extLst>
                <a:ext uri="{FF2B5EF4-FFF2-40B4-BE49-F238E27FC236}">
                  <a16:creationId xmlns:a16="http://schemas.microsoft.com/office/drawing/2014/main" id="{44EEB391-882C-E2DB-E9E7-8EBB1346D729}"/>
                </a:ext>
              </a:extLst>
            </p:cNvPr>
            <p:cNvSpPr/>
            <p:nvPr/>
          </p:nvSpPr>
          <p:spPr>
            <a:xfrm>
              <a:off x="936443" y="3302436"/>
              <a:ext cx="127998" cy="55398"/>
            </a:xfrm>
            <a:custGeom>
              <a:avLst/>
              <a:gdLst/>
              <a:ahLst/>
              <a:cxnLst/>
              <a:rect l="l" t="t" r="r" b="b"/>
              <a:pathLst>
                <a:path w="2061" h="892" extrusionOk="0">
                  <a:moveTo>
                    <a:pt x="1873" y="892"/>
                  </a:moveTo>
                  <a:lnTo>
                    <a:pt x="196" y="892"/>
                  </a:lnTo>
                  <a:cubicBezTo>
                    <a:pt x="91" y="892"/>
                    <a:pt x="1" y="801"/>
                    <a:pt x="1" y="697"/>
                  </a:cubicBezTo>
                  <a:lnTo>
                    <a:pt x="1" y="189"/>
                  </a:lnTo>
                  <a:cubicBezTo>
                    <a:pt x="1" y="84"/>
                    <a:pt x="91" y="1"/>
                    <a:pt x="196" y="1"/>
                  </a:cubicBezTo>
                  <a:lnTo>
                    <a:pt x="1873" y="1"/>
                  </a:lnTo>
                  <a:cubicBezTo>
                    <a:pt x="1977" y="1"/>
                    <a:pt x="2061" y="84"/>
                    <a:pt x="2061" y="189"/>
                  </a:cubicBezTo>
                  <a:lnTo>
                    <a:pt x="2061" y="697"/>
                  </a:lnTo>
                  <a:cubicBezTo>
                    <a:pt x="2061" y="801"/>
                    <a:pt x="1977" y="892"/>
                    <a:pt x="1873" y="892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3;p16">
              <a:extLst>
                <a:ext uri="{FF2B5EF4-FFF2-40B4-BE49-F238E27FC236}">
                  <a16:creationId xmlns:a16="http://schemas.microsoft.com/office/drawing/2014/main" id="{2B06779F-89A7-C40C-7788-709BD433360A}"/>
                </a:ext>
              </a:extLst>
            </p:cNvPr>
            <p:cNvSpPr/>
            <p:nvPr/>
          </p:nvSpPr>
          <p:spPr>
            <a:xfrm>
              <a:off x="1080403" y="3302436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6" y="892"/>
                  </a:moveTo>
                  <a:lnTo>
                    <a:pt x="188" y="892"/>
                  </a:lnTo>
                  <a:cubicBezTo>
                    <a:pt x="84" y="892"/>
                    <a:pt x="0" y="801"/>
                    <a:pt x="0" y="697"/>
                  </a:cubicBezTo>
                  <a:lnTo>
                    <a:pt x="0" y="189"/>
                  </a:lnTo>
                  <a:cubicBezTo>
                    <a:pt x="0" y="84"/>
                    <a:pt x="84" y="1"/>
                    <a:pt x="188" y="1"/>
                  </a:cubicBezTo>
                  <a:lnTo>
                    <a:pt x="1866" y="1"/>
                  </a:lnTo>
                  <a:cubicBezTo>
                    <a:pt x="1970" y="1"/>
                    <a:pt x="2054" y="84"/>
                    <a:pt x="2054" y="189"/>
                  </a:cubicBezTo>
                  <a:lnTo>
                    <a:pt x="2054" y="697"/>
                  </a:lnTo>
                  <a:cubicBezTo>
                    <a:pt x="2054" y="801"/>
                    <a:pt x="1970" y="892"/>
                    <a:pt x="1866" y="892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4;p16">
              <a:extLst>
                <a:ext uri="{FF2B5EF4-FFF2-40B4-BE49-F238E27FC236}">
                  <a16:creationId xmlns:a16="http://schemas.microsoft.com/office/drawing/2014/main" id="{1CF331F2-0B63-32D0-4B8B-3A5BA64B002D}"/>
                </a:ext>
              </a:extLst>
            </p:cNvPr>
            <p:cNvSpPr/>
            <p:nvPr/>
          </p:nvSpPr>
          <p:spPr>
            <a:xfrm>
              <a:off x="580270" y="3372490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6" y="891"/>
                  </a:moveTo>
                  <a:lnTo>
                    <a:pt x="188" y="891"/>
                  </a:lnTo>
                  <a:cubicBezTo>
                    <a:pt x="84" y="891"/>
                    <a:pt x="0" y="808"/>
                    <a:pt x="0" y="703"/>
                  </a:cubicBezTo>
                  <a:lnTo>
                    <a:pt x="0" y="188"/>
                  </a:lnTo>
                  <a:cubicBezTo>
                    <a:pt x="0" y="84"/>
                    <a:pt x="84" y="0"/>
                    <a:pt x="188" y="0"/>
                  </a:cubicBezTo>
                  <a:lnTo>
                    <a:pt x="1866" y="0"/>
                  </a:lnTo>
                  <a:cubicBezTo>
                    <a:pt x="1970" y="0"/>
                    <a:pt x="2054" y="84"/>
                    <a:pt x="2054" y="188"/>
                  </a:cubicBezTo>
                  <a:lnTo>
                    <a:pt x="2054" y="703"/>
                  </a:lnTo>
                  <a:cubicBezTo>
                    <a:pt x="2054" y="808"/>
                    <a:pt x="1970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15;p16">
              <a:extLst>
                <a:ext uri="{FF2B5EF4-FFF2-40B4-BE49-F238E27FC236}">
                  <a16:creationId xmlns:a16="http://schemas.microsoft.com/office/drawing/2014/main" id="{871A49F3-FC0D-7E6D-C965-C4A02A4CA50A}"/>
                </a:ext>
              </a:extLst>
            </p:cNvPr>
            <p:cNvSpPr/>
            <p:nvPr/>
          </p:nvSpPr>
          <p:spPr>
            <a:xfrm>
              <a:off x="723795" y="3372490"/>
              <a:ext cx="127998" cy="55398"/>
            </a:xfrm>
            <a:custGeom>
              <a:avLst/>
              <a:gdLst/>
              <a:ahLst/>
              <a:cxnLst/>
              <a:rect l="l" t="t" r="r" b="b"/>
              <a:pathLst>
                <a:path w="2061" h="892" extrusionOk="0">
                  <a:moveTo>
                    <a:pt x="1866" y="891"/>
                  </a:moveTo>
                  <a:lnTo>
                    <a:pt x="188" y="891"/>
                  </a:lnTo>
                  <a:cubicBezTo>
                    <a:pt x="91" y="891"/>
                    <a:pt x="0" y="808"/>
                    <a:pt x="0" y="703"/>
                  </a:cubicBezTo>
                  <a:lnTo>
                    <a:pt x="0" y="188"/>
                  </a:lnTo>
                  <a:cubicBezTo>
                    <a:pt x="0" y="84"/>
                    <a:pt x="91" y="0"/>
                    <a:pt x="188" y="0"/>
                  </a:cubicBezTo>
                  <a:lnTo>
                    <a:pt x="1866" y="0"/>
                  </a:lnTo>
                  <a:cubicBezTo>
                    <a:pt x="1970" y="0"/>
                    <a:pt x="2060" y="84"/>
                    <a:pt x="2060" y="188"/>
                  </a:cubicBezTo>
                  <a:lnTo>
                    <a:pt x="2060" y="703"/>
                  </a:lnTo>
                  <a:cubicBezTo>
                    <a:pt x="2060" y="808"/>
                    <a:pt x="1970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16;p16">
              <a:extLst>
                <a:ext uri="{FF2B5EF4-FFF2-40B4-BE49-F238E27FC236}">
                  <a16:creationId xmlns:a16="http://schemas.microsoft.com/office/drawing/2014/main" id="{C4E605F0-EFF7-B968-B0DF-22C9838C515C}"/>
                </a:ext>
              </a:extLst>
            </p:cNvPr>
            <p:cNvSpPr/>
            <p:nvPr/>
          </p:nvSpPr>
          <p:spPr>
            <a:xfrm>
              <a:off x="867693" y="3372490"/>
              <a:ext cx="127626" cy="55398"/>
            </a:xfrm>
            <a:custGeom>
              <a:avLst/>
              <a:gdLst/>
              <a:ahLst/>
              <a:cxnLst/>
              <a:rect l="l" t="t" r="r" b="b"/>
              <a:pathLst>
                <a:path w="2055" h="892" extrusionOk="0">
                  <a:moveTo>
                    <a:pt x="1866" y="891"/>
                  </a:moveTo>
                  <a:lnTo>
                    <a:pt x="189" y="891"/>
                  </a:lnTo>
                  <a:cubicBezTo>
                    <a:pt x="85" y="891"/>
                    <a:pt x="1" y="808"/>
                    <a:pt x="1" y="703"/>
                  </a:cubicBezTo>
                  <a:lnTo>
                    <a:pt x="1" y="188"/>
                  </a:lnTo>
                  <a:cubicBezTo>
                    <a:pt x="1" y="84"/>
                    <a:pt x="85" y="0"/>
                    <a:pt x="189" y="0"/>
                  </a:cubicBezTo>
                  <a:lnTo>
                    <a:pt x="1866" y="0"/>
                  </a:lnTo>
                  <a:cubicBezTo>
                    <a:pt x="1971" y="0"/>
                    <a:pt x="2054" y="84"/>
                    <a:pt x="2054" y="188"/>
                  </a:cubicBezTo>
                  <a:lnTo>
                    <a:pt x="2054" y="703"/>
                  </a:lnTo>
                  <a:cubicBezTo>
                    <a:pt x="2054" y="808"/>
                    <a:pt x="1971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7;p16">
              <a:extLst>
                <a:ext uri="{FF2B5EF4-FFF2-40B4-BE49-F238E27FC236}">
                  <a16:creationId xmlns:a16="http://schemas.microsoft.com/office/drawing/2014/main" id="{1B35A707-CB86-B8FB-7F63-4816DBCE5250}"/>
                </a:ext>
              </a:extLst>
            </p:cNvPr>
            <p:cNvSpPr/>
            <p:nvPr/>
          </p:nvSpPr>
          <p:spPr>
            <a:xfrm>
              <a:off x="1011218" y="3372490"/>
              <a:ext cx="127564" cy="55398"/>
            </a:xfrm>
            <a:custGeom>
              <a:avLst/>
              <a:gdLst/>
              <a:ahLst/>
              <a:cxnLst/>
              <a:rect l="l" t="t" r="r" b="b"/>
              <a:pathLst>
                <a:path w="2054" h="892" extrusionOk="0">
                  <a:moveTo>
                    <a:pt x="1866" y="891"/>
                  </a:moveTo>
                  <a:lnTo>
                    <a:pt x="189" y="891"/>
                  </a:lnTo>
                  <a:cubicBezTo>
                    <a:pt x="84" y="891"/>
                    <a:pt x="1" y="808"/>
                    <a:pt x="1" y="703"/>
                  </a:cubicBezTo>
                  <a:lnTo>
                    <a:pt x="1" y="188"/>
                  </a:lnTo>
                  <a:cubicBezTo>
                    <a:pt x="1" y="84"/>
                    <a:pt x="84" y="0"/>
                    <a:pt x="189" y="0"/>
                  </a:cubicBezTo>
                  <a:lnTo>
                    <a:pt x="1866" y="0"/>
                  </a:lnTo>
                  <a:cubicBezTo>
                    <a:pt x="1970" y="0"/>
                    <a:pt x="2054" y="84"/>
                    <a:pt x="2054" y="188"/>
                  </a:cubicBezTo>
                  <a:lnTo>
                    <a:pt x="2054" y="703"/>
                  </a:lnTo>
                  <a:cubicBezTo>
                    <a:pt x="2054" y="808"/>
                    <a:pt x="1970" y="891"/>
                    <a:pt x="1866" y="891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18;p16">
              <a:extLst>
                <a:ext uri="{FF2B5EF4-FFF2-40B4-BE49-F238E27FC236}">
                  <a16:creationId xmlns:a16="http://schemas.microsoft.com/office/drawing/2014/main" id="{9C5F0ED1-1F7F-79C8-EC2C-84C20E02C2A3}"/>
                </a:ext>
              </a:extLst>
            </p:cNvPr>
            <p:cNvSpPr/>
            <p:nvPr/>
          </p:nvSpPr>
          <p:spPr>
            <a:xfrm>
              <a:off x="703487" y="3112270"/>
              <a:ext cx="381263" cy="250780"/>
            </a:xfrm>
            <a:custGeom>
              <a:avLst/>
              <a:gdLst/>
              <a:ahLst/>
              <a:cxnLst/>
              <a:rect l="l" t="t" r="r" b="b"/>
              <a:pathLst>
                <a:path w="6139" h="4038" extrusionOk="0">
                  <a:moveTo>
                    <a:pt x="0" y="0"/>
                  </a:moveTo>
                  <a:lnTo>
                    <a:pt x="0" y="3550"/>
                  </a:lnTo>
                  <a:cubicBezTo>
                    <a:pt x="0" y="3815"/>
                    <a:pt x="216" y="4037"/>
                    <a:pt x="487" y="4037"/>
                  </a:cubicBezTo>
                  <a:lnTo>
                    <a:pt x="5652" y="4037"/>
                  </a:lnTo>
                  <a:cubicBezTo>
                    <a:pt x="5923" y="4037"/>
                    <a:pt x="6139" y="3815"/>
                    <a:pt x="6139" y="3550"/>
                  </a:cubicBezTo>
                  <a:lnTo>
                    <a:pt x="61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9;p16">
              <a:extLst>
                <a:ext uri="{FF2B5EF4-FFF2-40B4-BE49-F238E27FC236}">
                  <a16:creationId xmlns:a16="http://schemas.microsoft.com/office/drawing/2014/main" id="{81184277-26F6-B2A8-5E0B-44E5EF702B59}"/>
                </a:ext>
              </a:extLst>
            </p:cNvPr>
            <p:cNvSpPr/>
            <p:nvPr/>
          </p:nvSpPr>
          <p:spPr>
            <a:xfrm>
              <a:off x="703487" y="3059543"/>
              <a:ext cx="381263" cy="52789"/>
            </a:xfrm>
            <a:custGeom>
              <a:avLst/>
              <a:gdLst/>
              <a:ahLst/>
              <a:cxnLst/>
              <a:rect l="l" t="t" r="r" b="b"/>
              <a:pathLst>
                <a:path w="6139" h="850" extrusionOk="0">
                  <a:moveTo>
                    <a:pt x="6139" y="488"/>
                  </a:moveTo>
                  <a:cubicBezTo>
                    <a:pt x="6139" y="216"/>
                    <a:pt x="5923" y="0"/>
                    <a:pt x="5652" y="0"/>
                  </a:cubicBezTo>
                  <a:lnTo>
                    <a:pt x="487" y="0"/>
                  </a:lnTo>
                  <a:cubicBezTo>
                    <a:pt x="216" y="0"/>
                    <a:pt x="0" y="216"/>
                    <a:pt x="0" y="488"/>
                  </a:cubicBezTo>
                  <a:lnTo>
                    <a:pt x="0" y="849"/>
                  </a:lnTo>
                  <a:lnTo>
                    <a:pt x="6139" y="849"/>
                  </a:lnTo>
                  <a:close/>
                </a:path>
              </a:pathLst>
            </a:custGeom>
            <a:solidFill>
              <a:srgbClr val="01B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20;p16">
              <a:extLst>
                <a:ext uri="{FF2B5EF4-FFF2-40B4-BE49-F238E27FC236}">
                  <a16:creationId xmlns:a16="http://schemas.microsoft.com/office/drawing/2014/main" id="{8990520F-F977-DB42-75B5-03C54ABD7775}"/>
                </a:ext>
              </a:extLst>
            </p:cNvPr>
            <p:cNvSpPr/>
            <p:nvPr/>
          </p:nvSpPr>
          <p:spPr>
            <a:xfrm>
              <a:off x="971471" y="3072088"/>
              <a:ext cx="22109" cy="21675"/>
            </a:xfrm>
            <a:custGeom>
              <a:avLst/>
              <a:gdLst/>
              <a:ahLst/>
              <a:cxnLst/>
              <a:rect l="l" t="t" r="r" b="b"/>
              <a:pathLst>
                <a:path w="356" h="349" extrusionOk="0">
                  <a:moveTo>
                    <a:pt x="355" y="174"/>
                  </a:moveTo>
                  <a:cubicBezTo>
                    <a:pt x="355" y="272"/>
                    <a:pt x="279" y="348"/>
                    <a:pt x="181" y="348"/>
                  </a:cubicBezTo>
                  <a:cubicBezTo>
                    <a:pt x="84" y="348"/>
                    <a:pt x="0" y="272"/>
                    <a:pt x="0" y="174"/>
                  </a:cubicBezTo>
                  <a:cubicBezTo>
                    <a:pt x="0" y="77"/>
                    <a:pt x="84" y="0"/>
                    <a:pt x="181" y="0"/>
                  </a:cubicBezTo>
                  <a:cubicBezTo>
                    <a:pt x="279" y="0"/>
                    <a:pt x="355" y="77"/>
                    <a:pt x="355" y="1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21;p16">
              <a:extLst>
                <a:ext uri="{FF2B5EF4-FFF2-40B4-BE49-F238E27FC236}">
                  <a16:creationId xmlns:a16="http://schemas.microsoft.com/office/drawing/2014/main" id="{016E1F6B-A5CB-C35B-E1BD-6597C3A435DE}"/>
                </a:ext>
              </a:extLst>
            </p:cNvPr>
            <p:cNvSpPr/>
            <p:nvPr/>
          </p:nvSpPr>
          <p:spPr>
            <a:xfrm>
              <a:off x="1004324" y="3072088"/>
              <a:ext cx="22109" cy="21675"/>
            </a:xfrm>
            <a:custGeom>
              <a:avLst/>
              <a:gdLst/>
              <a:ahLst/>
              <a:cxnLst/>
              <a:rect l="l" t="t" r="r" b="b"/>
              <a:pathLst>
                <a:path w="356" h="349" extrusionOk="0">
                  <a:moveTo>
                    <a:pt x="355" y="174"/>
                  </a:moveTo>
                  <a:cubicBezTo>
                    <a:pt x="355" y="272"/>
                    <a:pt x="272" y="348"/>
                    <a:pt x="174" y="348"/>
                  </a:cubicBezTo>
                  <a:cubicBezTo>
                    <a:pt x="77" y="348"/>
                    <a:pt x="0" y="272"/>
                    <a:pt x="0" y="174"/>
                  </a:cubicBezTo>
                  <a:cubicBezTo>
                    <a:pt x="0" y="77"/>
                    <a:pt x="77" y="0"/>
                    <a:pt x="174" y="0"/>
                  </a:cubicBezTo>
                  <a:cubicBezTo>
                    <a:pt x="272" y="0"/>
                    <a:pt x="355" y="77"/>
                    <a:pt x="355" y="1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22;p16">
              <a:extLst>
                <a:ext uri="{FF2B5EF4-FFF2-40B4-BE49-F238E27FC236}">
                  <a16:creationId xmlns:a16="http://schemas.microsoft.com/office/drawing/2014/main" id="{E76D963A-0F7D-A050-14E9-AB99CAA2FCAF}"/>
                </a:ext>
              </a:extLst>
            </p:cNvPr>
            <p:cNvSpPr/>
            <p:nvPr/>
          </p:nvSpPr>
          <p:spPr>
            <a:xfrm>
              <a:off x="1036743" y="3072088"/>
              <a:ext cx="22109" cy="21675"/>
            </a:xfrm>
            <a:custGeom>
              <a:avLst/>
              <a:gdLst/>
              <a:ahLst/>
              <a:cxnLst/>
              <a:rect l="l" t="t" r="r" b="b"/>
              <a:pathLst>
                <a:path w="356" h="349" extrusionOk="0">
                  <a:moveTo>
                    <a:pt x="355" y="174"/>
                  </a:moveTo>
                  <a:cubicBezTo>
                    <a:pt x="355" y="272"/>
                    <a:pt x="279" y="348"/>
                    <a:pt x="181" y="348"/>
                  </a:cubicBezTo>
                  <a:cubicBezTo>
                    <a:pt x="84" y="348"/>
                    <a:pt x="0" y="272"/>
                    <a:pt x="0" y="174"/>
                  </a:cubicBezTo>
                  <a:cubicBezTo>
                    <a:pt x="0" y="77"/>
                    <a:pt x="84" y="0"/>
                    <a:pt x="181" y="0"/>
                  </a:cubicBezTo>
                  <a:cubicBezTo>
                    <a:pt x="279" y="0"/>
                    <a:pt x="355" y="77"/>
                    <a:pt x="355" y="174"/>
                  </a:cubicBezTo>
                  <a:close/>
                </a:path>
              </a:pathLst>
            </a:custGeom>
            <a:solidFill>
              <a:srgbClr val="115F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23;p16">
              <a:extLst>
                <a:ext uri="{FF2B5EF4-FFF2-40B4-BE49-F238E27FC236}">
                  <a16:creationId xmlns:a16="http://schemas.microsoft.com/office/drawing/2014/main" id="{E1D43631-4544-79B2-56F5-E7295D5F7C7B}"/>
                </a:ext>
              </a:extLst>
            </p:cNvPr>
            <p:cNvSpPr/>
            <p:nvPr/>
          </p:nvSpPr>
          <p:spPr>
            <a:xfrm>
              <a:off x="823660" y="3137795"/>
              <a:ext cx="140978" cy="188923"/>
            </a:xfrm>
            <a:custGeom>
              <a:avLst/>
              <a:gdLst/>
              <a:ahLst/>
              <a:cxnLst/>
              <a:rect l="l" t="t" r="r" b="b"/>
              <a:pathLst>
                <a:path w="2270" h="3042" extrusionOk="0">
                  <a:moveTo>
                    <a:pt x="1135" y="2909"/>
                  </a:moveTo>
                  <a:cubicBezTo>
                    <a:pt x="926" y="2909"/>
                    <a:pt x="759" y="2728"/>
                    <a:pt x="759" y="2506"/>
                  </a:cubicBezTo>
                  <a:cubicBezTo>
                    <a:pt x="759" y="2499"/>
                    <a:pt x="752" y="2492"/>
                    <a:pt x="759" y="2485"/>
                  </a:cubicBezTo>
                  <a:cubicBezTo>
                    <a:pt x="759" y="2387"/>
                    <a:pt x="780" y="2325"/>
                    <a:pt x="794" y="2283"/>
                  </a:cubicBezTo>
                  <a:cubicBezTo>
                    <a:pt x="835" y="2360"/>
                    <a:pt x="898" y="2436"/>
                    <a:pt x="1002" y="2436"/>
                  </a:cubicBezTo>
                  <a:cubicBezTo>
                    <a:pt x="1037" y="2436"/>
                    <a:pt x="1065" y="2408"/>
                    <a:pt x="1065" y="2374"/>
                  </a:cubicBezTo>
                  <a:cubicBezTo>
                    <a:pt x="1065" y="2283"/>
                    <a:pt x="1072" y="2179"/>
                    <a:pt x="1093" y="2081"/>
                  </a:cubicBezTo>
                  <a:cubicBezTo>
                    <a:pt x="1114" y="1998"/>
                    <a:pt x="1162" y="1914"/>
                    <a:pt x="1218" y="1838"/>
                  </a:cubicBezTo>
                  <a:cubicBezTo>
                    <a:pt x="1246" y="1935"/>
                    <a:pt x="1302" y="2005"/>
                    <a:pt x="1350" y="2081"/>
                  </a:cubicBezTo>
                  <a:cubicBezTo>
                    <a:pt x="1420" y="2186"/>
                    <a:pt x="1496" y="2290"/>
                    <a:pt x="1510" y="2478"/>
                  </a:cubicBezTo>
                  <a:cubicBezTo>
                    <a:pt x="1510" y="2485"/>
                    <a:pt x="1517" y="2499"/>
                    <a:pt x="1517" y="2506"/>
                  </a:cubicBezTo>
                  <a:cubicBezTo>
                    <a:pt x="1517" y="2728"/>
                    <a:pt x="1343" y="2909"/>
                    <a:pt x="1135" y="2909"/>
                  </a:cubicBezTo>
                  <a:close/>
                  <a:moveTo>
                    <a:pt x="2269" y="1782"/>
                  </a:moveTo>
                  <a:cubicBezTo>
                    <a:pt x="2234" y="1329"/>
                    <a:pt x="2018" y="1044"/>
                    <a:pt x="1838" y="794"/>
                  </a:cubicBezTo>
                  <a:cubicBezTo>
                    <a:pt x="1664" y="564"/>
                    <a:pt x="1517" y="362"/>
                    <a:pt x="1517" y="70"/>
                  </a:cubicBezTo>
                  <a:cubicBezTo>
                    <a:pt x="1517" y="42"/>
                    <a:pt x="1503" y="21"/>
                    <a:pt x="1483" y="14"/>
                  </a:cubicBezTo>
                  <a:cubicBezTo>
                    <a:pt x="1462" y="0"/>
                    <a:pt x="1434" y="0"/>
                    <a:pt x="1413" y="14"/>
                  </a:cubicBezTo>
                  <a:cubicBezTo>
                    <a:pt x="1135" y="216"/>
                    <a:pt x="905" y="550"/>
                    <a:pt x="821" y="877"/>
                  </a:cubicBezTo>
                  <a:cubicBezTo>
                    <a:pt x="766" y="1100"/>
                    <a:pt x="759" y="1350"/>
                    <a:pt x="759" y="1517"/>
                  </a:cubicBezTo>
                  <a:cubicBezTo>
                    <a:pt x="494" y="1462"/>
                    <a:pt x="439" y="1072"/>
                    <a:pt x="439" y="1072"/>
                  </a:cubicBezTo>
                  <a:cubicBezTo>
                    <a:pt x="439" y="1051"/>
                    <a:pt x="425" y="1030"/>
                    <a:pt x="404" y="1023"/>
                  </a:cubicBezTo>
                  <a:cubicBezTo>
                    <a:pt x="390" y="1016"/>
                    <a:pt x="369" y="1016"/>
                    <a:pt x="348" y="1023"/>
                  </a:cubicBezTo>
                  <a:cubicBezTo>
                    <a:pt x="334" y="1030"/>
                    <a:pt x="14" y="1190"/>
                    <a:pt x="0" y="1838"/>
                  </a:cubicBezTo>
                  <a:cubicBezTo>
                    <a:pt x="0" y="1858"/>
                    <a:pt x="0" y="1879"/>
                    <a:pt x="0" y="1900"/>
                  </a:cubicBezTo>
                  <a:cubicBezTo>
                    <a:pt x="0" y="2527"/>
                    <a:pt x="508" y="3042"/>
                    <a:pt x="1135" y="3042"/>
                  </a:cubicBezTo>
                  <a:cubicBezTo>
                    <a:pt x="1135" y="3042"/>
                    <a:pt x="1135" y="3042"/>
                    <a:pt x="1135" y="3042"/>
                  </a:cubicBezTo>
                  <a:lnTo>
                    <a:pt x="1135" y="3042"/>
                  </a:lnTo>
                  <a:cubicBezTo>
                    <a:pt x="1761" y="3035"/>
                    <a:pt x="2269" y="2527"/>
                    <a:pt x="2269" y="1900"/>
                  </a:cubicBezTo>
                  <a:cubicBezTo>
                    <a:pt x="2269" y="1872"/>
                    <a:pt x="2269" y="1782"/>
                    <a:pt x="2269" y="1782"/>
                  </a:cubicBezTo>
                  <a:close/>
                </a:path>
              </a:pathLst>
            </a:custGeom>
            <a:solidFill>
              <a:srgbClr val="FDCD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3" name="Google Shape;2163;p34"/>
          <p:cNvGrpSpPr/>
          <p:nvPr/>
        </p:nvGrpSpPr>
        <p:grpSpPr>
          <a:xfrm>
            <a:off x="3764950" y="1105942"/>
            <a:ext cx="4839012" cy="1824382"/>
            <a:chOff x="3764950" y="1105942"/>
            <a:chExt cx="4839012" cy="1824382"/>
          </a:xfrm>
        </p:grpSpPr>
        <p:cxnSp>
          <p:nvCxnSpPr>
            <p:cNvPr id="2164" name="Google Shape;2164;p34"/>
            <p:cNvCxnSpPr>
              <a:stCxn id="2165" idx="6"/>
              <a:endCxn id="2166" idx="2"/>
            </p:cNvCxnSpPr>
            <p:nvPr/>
          </p:nvCxnSpPr>
          <p:spPr>
            <a:xfrm>
              <a:off x="5379250" y="2123174"/>
              <a:ext cx="1671300" cy="7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65" name="Google Shape;2165;p34"/>
            <p:cNvSpPr/>
            <p:nvPr/>
          </p:nvSpPr>
          <p:spPr>
            <a:xfrm>
              <a:off x="3764950" y="1316024"/>
              <a:ext cx="1614300" cy="1614300"/>
            </a:xfrm>
            <a:prstGeom prst="ellipse">
              <a:avLst/>
            </a:prstGeom>
            <a:solidFill>
              <a:schemeClr val="lt1"/>
            </a:solidFill>
            <a:ln w="2286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sym typeface="Fira Sans Extra Condensed"/>
                </a:rPr>
                <a:t>Objetivo</a:t>
              </a:r>
              <a:endParaRPr lang="es-ES">
                <a:solidFill>
                  <a:schemeClr val="dk1"/>
                </a:solidFill>
              </a:endParaRPr>
            </a:p>
          </p:txBody>
        </p:sp>
        <p:sp>
          <p:nvSpPr>
            <p:cNvPr id="2167" name="Google Shape;2167;p34"/>
            <p:cNvSpPr txBox="1"/>
            <p:nvPr/>
          </p:nvSpPr>
          <p:spPr>
            <a:xfrm>
              <a:off x="6350337" y="1105942"/>
              <a:ext cx="2253625" cy="4422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Configuración del firewall para añadir dos nuevas reglas </a:t>
              </a:r>
              <a:r>
                <a:rPr lang="en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(HTTP y SSH)</a:t>
              </a:r>
              <a:endParaRPr lang="en" b="1" dirty="0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2166" name="Google Shape;2166;p34"/>
            <p:cNvSpPr/>
            <p:nvPr/>
          </p:nvSpPr>
          <p:spPr>
            <a:xfrm>
              <a:off x="7050650" y="1658975"/>
              <a:ext cx="943500" cy="943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8" name="Google Shape;2168;p34"/>
          <p:cNvGrpSpPr/>
          <p:nvPr/>
        </p:nvGrpSpPr>
        <p:grpSpPr>
          <a:xfrm>
            <a:off x="4732744" y="2961728"/>
            <a:ext cx="3788332" cy="1750048"/>
            <a:chOff x="4732744" y="2961728"/>
            <a:chExt cx="3788332" cy="1750048"/>
          </a:xfrm>
        </p:grpSpPr>
        <p:cxnSp>
          <p:nvCxnSpPr>
            <p:cNvPr id="2169" name="Google Shape;2169;p34"/>
            <p:cNvCxnSpPr>
              <a:cxnSpLocks/>
              <a:stCxn id="2170" idx="6"/>
              <a:endCxn id="2171" idx="2"/>
            </p:cNvCxnSpPr>
            <p:nvPr/>
          </p:nvCxnSpPr>
          <p:spPr>
            <a:xfrm>
              <a:off x="6421218" y="3791050"/>
              <a:ext cx="63795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70" name="Google Shape;2170;p34"/>
            <p:cNvSpPr/>
            <p:nvPr/>
          </p:nvSpPr>
          <p:spPr>
            <a:xfrm>
              <a:off x="4732744" y="2961728"/>
              <a:ext cx="1688474" cy="1658644"/>
            </a:xfrm>
            <a:prstGeom prst="ellipse">
              <a:avLst/>
            </a:prstGeom>
            <a:solidFill>
              <a:schemeClr val="lt1"/>
            </a:solidFill>
            <a:ln w="2286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Fira Sans Extra Condensed"/>
                  <a:sym typeface="Fira Sans Extra Condensed"/>
                </a:rPr>
                <a:t>Proceso final</a:t>
              </a:r>
              <a:endParaRPr lang="es-ES" dirty="0"/>
            </a:p>
          </p:txBody>
        </p:sp>
        <p:sp>
          <p:nvSpPr>
            <p:cNvPr id="2172" name="Google Shape;2172;p34"/>
            <p:cNvSpPr txBox="1"/>
            <p:nvPr/>
          </p:nvSpPr>
          <p:spPr>
            <a:xfrm>
              <a:off x="6540776" y="4219176"/>
              <a:ext cx="1980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Habilitar las </a:t>
              </a:r>
              <a:r>
                <a:rPr lang="en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reglas</a:t>
              </a: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 en el </a:t>
              </a:r>
              <a:r>
                <a:rPr lang="en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panel de control</a:t>
              </a:r>
            </a:p>
          </p:txBody>
        </p:sp>
        <p:sp>
          <p:nvSpPr>
            <p:cNvPr id="2171" name="Google Shape;2171;p34"/>
            <p:cNvSpPr/>
            <p:nvPr/>
          </p:nvSpPr>
          <p:spPr>
            <a:xfrm>
              <a:off x="7059176" y="3319300"/>
              <a:ext cx="943500" cy="943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3" name="Google Shape;2173;p34"/>
          <p:cNvSpPr txBox="1">
            <a:spLocks noGrp="1"/>
          </p:cNvSpPr>
          <p:nvPr>
            <p:ph type="title"/>
          </p:nvPr>
        </p:nvSpPr>
        <p:spPr>
          <a:xfrm>
            <a:off x="457200" y="253030"/>
            <a:ext cx="8229600" cy="879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Idem </a:t>
            </a:r>
            <a:r>
              <a:rPr lang="en" err="1"/>
              <a:t>limitando</a:t>
            </a:r>
            <a:r>
              <a:rPr lang="en"/>
              <a:t> </a:t>
            </a:r>
            <a:r>
              <a:rPr lang="en" err="1"/>
              <a:t>conexiones</a:t>
            </a:r>
            <a:r>
              <a:rPr lang="en"/>
              <a:t> </a:t>
            </a:r>
            <a:r>
              <a:rPr lang="en" err="1"/>
              <a:t>desde</a:t>
            </a:r>
            <a:r>
              <a:rPr lang="en"/>
              <a:t> la IP </a:t>
            </a:r>
            <a:r>
              <a:rPr lang="en" err="1"/>
              <a:t>estática</a:t>
            </a:r>
            <a:r>
              <a:rPr lang="en"/>
              <a:t> del </a:t>
            </a:r>
            <a:r>
              <a:rPr lang="en" err="1"/>
              <a:t>Dpto</a:t>
            </a:r>
            <a:r>
              <a:rPr lang="en"/>
              <a:t>. de </a:t>
            </a:r>
            <a:r>
              <a:rPr lang="en" err="1"/>
              <a:t>informática</a:t>
            </a:r>
            <a:endParaRPr sz="2400" err="1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036F736-FE3F-F45A-F779-45A86D70B8C4}"/>
              </a:ext>
            </a:extLst>
          </p:cNvPr>
          <p:cNvGrpSpPr/>
          <p:nvPr/>
        </p:nvGrpSpPr>
        <p:grpSpPr>
          <a:xfrm>
            <a:off x="614835" y="2222900"/>
            <a:ext cx="3808549" cy="2403568"/>
            <a:chOff x="614835" y="2222900"/>
            <a:chExt cx="3808549" cy="2403568"/>
          </a:xfrm>
        </p:grpSpPr>
        <p:cxnSp>
          <p:nvCxnSpPr>
            <p:cNvPr id="2159" name="Google Shape;2159;p34"/>
            <p:cNvCxnSpPr>
              <a:cxnSpLocks/>
              <a:stCxn id="2160" idx="0"/>
              <a:endCxn id="2161" idx="6"/>
            </p:cNvCxnSpPr>
            <p:nvPr/>
          </p:nvCxnSpPr>
          <p:spPr>
            <a:xfrm rot="16200000" flipV="1">
              <a:off x="2692083" y="2095868"/>
              <a:ext cx="273587" cy="1471152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60" name="Google Shape;2160;p34"/>
            <p:cNvSpPr/>
            <p:nvPr/>
          </p:nvSpPr>
          <p:spPr>
            <a:xfrm>
              <a:off x="2705519" y="2968237"/>
              <a:ext cx="1717865" cy="1658231"/>
            </a:xfrm>
            <a:prstGeom prst="ellipse">
              <a:avLst/>
            </a:prstGeom>
            <a:solidFill>
              <a:schemeClr val="lt1"/>
            </a:solidFill>
            <a:ln w="2286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Fira Sans Extra Condensed"/>
                  <a:sym typeface="Fira Sans Extra Condensed"/>
                </a:rPr>
                <a:t>Acceso Restringido</a:t>
              </a:r>
              <a:endParaRPr lang="en" sz="1800" b="1" dirty="0">
                <a:solidFill>
                  <a:schemeClr val="dk1"/>
                </a:solidFill>
                <a:latin typeface="Fira Sans Extra Condensed"/>
              </a:endParaRPr>
            </a:p>
          </p:txBody>
        </p:sp>
        <p:sp>
          <p:nvSpPr>
            <p:cNvPr id="2162" name="Google Shape;2162;p34"/>
            <p:cNvSpPr txBox="1"/>
            <p:nvPr/>
          </p:nvSpPr>
          <p:spPr>
            <a:xfrm>
              <a:off x="614835" y="3270554"/>
              <a:ext cx="1980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Habilitar el acceso </a:t>
              </a:r>
              <a:r>
                <a:rPr lang="en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sólo</a:t>
              </a: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 a la </a:t>
              </a:r>
              <a:r>
                <a:rPr lang="en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IP específica</a:t>
              </a:r>
              <a:r>
                <a:rPr lang="en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 (83.56.26.27)</a:t>
              </a:r>
            </a:p>
          </p:txBody>
        </p:sp>
        <p:sp>
          <p:nvSpPr>
            <p:cNvPr id="2161" name="Google Shape;2161;p34"/>
            <p:cNvSpPr/>
            <p:nvPr/>
          </p:nvSpPr>
          <p:spPr>
            <a:xfrm>
              <a:off x="1149800" y="2222900"/>
              <a:ext cx="943500" cy="943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5" name="Google Shape;2175;p34"/>
            <p:cNvGrpSpPr/>
            <p:nvPr/>
          </p:nvGrpSpPr>
          <p:grpSpPr>
            <a:xfrm>
              <a:off x="1313390" y="2384592"/>
              <a:ext cx="616321" cy="620116"/>
              <a:chOff x="11547306" y="1746926"/>
              <a:chExt cx="616321" cy="620116"/>
            </a:xfrm>
          </p:grpSpPr>
          <p:sp>
            <p:nvSpPr>
              <p:cNvPr id="2176" name="Google Shape;2176;p34"/>
              <p:cNvSpPr/>
              <p:nvPr/>
            </p:nvSpPr>
            <p:spPr>
              <a:xfrm>
                <a:off x="11787305" y="2038764"/>
                <a:ext cx="132634" cy="328278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3027" extrusionOk="0">
                    <a:moveTo>
                      <a:pt x="626" y="2270"/>
                    </a:moveTo>
                    <a:cubicBezTo>
                      <a:pt x="716" y="2270"/>
                      <a:pt x="789" y="2344"/>
                      <a:pt x="789" y="2434"/>
                    </a:cubicBezTo>
                    <a:cubicBezTo>
                      <a:pt x="789" y="2524"/>
                      <a:pt x="716" y="2597"/>
                      <a:pt x="626" y="2597"/>
                    </a:cubicBezTo>
                    <a:cubicBezTo>
                      <a:pt x="536" y="2597"/>
                      <a:pt x="463" y="2524"/>
                      <a:pt x="463" y="2434"/>
                    </a:cubicBezTo>
                    <a:cubicBezTo>
                      <a:pt x="463" y="2344"/>
                      <a:pt x="536" y="2270"/>
                      <a:pt x="626" y="2270"/>
                    </a:cubicBezTo>
                    <a:close/>
                    <a:moveTo>
                      <a:pt x="406" y="1"/>
                    </a:moveTo>
                    <a:lnTo>
                      <a:pt x="406" y="1871"/>
                    </a:lnTo>
                    <a:cubicBezTo>
                      <a:pt x="164" y="1966"/>
                      <a:pt x="1" y="2203"/>
                      <a:pt x="23" y="2479"/>
                    </a:cubicBezTo>
                    <a:cubicBezTo>
                      <a:pt x="52" y="2772"/>
                      <a:pt x="288" y="3008"/>
                      <a:pt x="575" y="3025"/>
                    </a:cubicBezTo>
                    <a:cubicBezTo>
                      <a:pt x="592" y="3026"/>
                      <a:pt x="608" y="3027"/>
                      <a:pt x="624" y="3027"/>
                    </a:cubicBezTo>
                    <a:cubicBezTo>
                      <a:pt x="957" y="3027"/>
                      <a:pt x="1223" y="2756"/>
                      <a:pt x="1223" y="2428"/>
                    </a:cubicBezTo>
                    <a:cubicBezTo>
                      <a:pt x="1223" y="2175"/>
                      <a:pt x="1060" y="1961"/>
                      <a:pt x="840" y="1871"/>
                    </a:cubicBezTo>
                    <a:lnTo>
                      <a:pt x="8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34"/>
              <p:cNvSpPr/>
              <p:nvPr/>
            </p:nvSpPr>
            <p:spPr>
              <a:xfrm>
                <a:off x="11958331" y="2052863"/>
                <a:ext cx="205296" cy="214731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980" extrusionOk="0">
                    <a:moveTo>
                      <a:pt x="1262" y="1222"/>
                    </a:moveTo>
                    <a:cubicBezTo>
                      <a:pt x="1352" y="1222"/>
                      <a:pt x="1426" y="1296"/>
                      <a:pt x="1426" y="1386"/>
                    </a:cubicBezTo>
                    <a:cubicBezTo>
                      <a:pt x="1426" y="1476"/>
                      <a:pt x="1352" y="1549"/>
                      <a:pt x="1262" y="1549"/>
                    </a:cubicBezTo>
                    <a:cubicBezTo>
                      <a:pt x="1172" y="1549"/>
                      <a:pt x="1099" y="1476"/>
                      <a:pt x="1099" y="1386"/>
                    </a:cubicBezTo>
                    <a:cubicBezTo>
                      <a:pt x="1099" y="1296"/>
                      <a:pt x="1172" y="1222"/>
                      <a:pt x="1262" y="1222"/>
                    </a:cubicBezTo>
                    <a:close/>
                    <a:moveTo>
                      <a:pt x="1" y="0"/>
                    </a:moveTo>
                    <a:lnTo>
                      <a:pt x="1" y="1594"/>
                    </a:lnTo>
                    <a:lnTo>
                      <a:pt x="710" y="1594"/>
                    </a:lnTo>
                    <a:cubicBezTo>
                      <a:pt x="800" y="1821"/>
                      <a:pt x="1014" y="1979"/>
                      <a:pt x="1268" y="1979"/>
                    </a:cubicBezTo>
                    <a:cubicBezTo>
                      <a:pt x="1285" y="1979"/>
                      <a:pt x="1301" y="1978"/>
                      <a:pt x="1319" y="1977"/>
                    </a:cubicBezTo>
                    <a:cubicBezTo>
                      <a:pt x="1611" y="1949"/>
                      <a:pt x="1848" y="1712"/>
                      <a:pt x="1865" y="1420"/>
                    </a:cubicBezTo>
                    <a:cubicBezTo>
                      <a:pt x="1893" y="1070"/>
                      <a:pt x="1611" y="778"/>
                      <a:pt x="1268" y="778"/>
                    </a:cubicBezTo>
                    <a:cubicBezTo>
                      <a:pt x="1014" y="778"/>
                      <a:pt x="800" y="935"/>
                      <a:pt x="710" y="1161"/>
                    </a:cubicBezTo>
                    <a:lnTo>
                      <a:pt x="440" y="1161"/>
                    </a:lnTo>
                    <a:lnTo>
                      <a:pt x="44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34"/>
              <p:cNvSpPr/>
              <p:nvPr/>
            </p:nvSpPr>
            <p:spPr>
              <a:xfrm>
                <a:off x="11547306" y="2052863"/>
                <a:ext cx="205296" cy="214514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978" extrusionOk="0">
                    <a:moveTo>
                      <a:pt x="620" y="1222"/>
                    </a:moveTo>
                    <a:cubicBezTo>
                      <a:pt x="710" y="1222"/>
                      <a:pt x="783" y="1296"/>
                      <a:pt x="783" y="1386"/>
                    </a:cubicBezTo>
                    <a:cubicBezTo>
                      <a:pt x="783" y="1476"/>
                      <a:pt x="710" y="1549"/>
                      <a:pt x="620" y="1549"/>
                    </a:cubicBezTo>
                    <a:cubicBezTo>
                      <a:pt x="530" y="1549"/>
                      <a:pt x="457" y="1476"/>
                      <a:pt x="457" y="1386"/>
                    </a:cubicBezTo>
                    <a:cubicBezTo>
                      <a:pt x="457" y="1296"/>
                      <a:pt x="530" y="1222"/>
                      <a:pt x="620" y="1222"/>
                    </a:cubicBezTo>
                    <a:close/>
                    <a:moveTo>
                      <a:pt x="1454" y="0"/>
                    </a:moveTo>
                    <a:lnTo>
                      <a:pt x="1454" y="1161"/>
                    </a:lnTo>
                    <a:lnTo>
                      <a:pt x="1183" y="1161"/>
                    </a:lnTo>
                    <a:cubicBezTo>
                      <a:pt x="1094" y="939"/>
                      <a:pt x="875" y="781"/>
                      <a:pt x="625" y="781"/>
                    </a:cubicBezTo>
                    <a:cubicBezTo>
                      <a:pt x="608" y="781"/>
                      <a:pt x="592" y="782"/>
                      <a:pt x="575" y="783"/>
                    </a:cubicBezTo>
                    <a:cubicBezTo>
                      <a:pt x="282" y="806"/>
                      <a:pt x="46" y="1042"/>
                      <a:pt x="29" y="1335"/>
                    </a:cubicBezTo>
                    <a:cubicBezTo>
                      <a:pt x="1" y="1684"/>
                      <a:pt x="282" y="1977"/>
                      <a:pt x="626" y="1977"/>
                    </a:cubicBezTo>
                    <a:cubicBezTo>
                      <a:pt x="879" y="1977"/>
                      <a:pt x="1093" y="1819"/>
                      <a:pt x="1183" y="1594"/>
                    </a:cubicBezTo>
                    <a:lnTo>
                      <a:pt x="1893" y="1594"/>
                    </a:lnTo>
                    <a:lnTo>
                      <a:pt x="18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34"/>
              <p:cNvSpPr/>
              <p:nvPr/>
            </p:nvSpPr>
            <p:spPr>
              <a:xfrm>
                <a:off x="11561404" y="1746926"/>
                <a:ext cx="587040" cy="351812"/>
              </a:xfrm>
              <a:custGeom>
                <a:avLst/>
                <a:gdLst/>
                <a:ahLst/>
                <a:cxnLst/>
                <a:rect l="l" t="t" r="r" b="b"/>
                <a:pathLst>
                  <a:path w="5413" h="3244" extrusionOk="0">
                    <a:moveTo>
                      <a:pt x="2709" y="0"/>
                    </a:moveTo>
                    <a:cubicBezTo>
                      <a:pt x="2095" y="0"/>
                      <a:pt x="1577" y="377"/>
                      <a:pt x="1369" y="918"/>
                    </a:cubicBezTo>
                    <a:cubicBezTo>
                      <a:pt x="1307" y="907"/>
                      <a:pt x="1250" y="901"/>
                      <a:pt x="1194" y="901"/>
                    </a:cubicBezTo>
                    <a:cubicBezTo>
                      <a:pt x="535" y="901"/>
                      <a:pt x="0" y="1447"/>
                      <a:pt x="23" y="2112"/>
                    </a:cubicBezTo>
                    <a:cubicBezTo>
                      <a:pt x="45" y="2743"/>
                      <a:pt x="575" y="3244"/>
                      <a:pt x="1205" y="3244"/>
                    </a:cubicBezTo>
                    <a:lnTo>
                      <a:pt x="4207" y="3244"/>
                    </a:lnTo>
                    <a:cubicBezTo>
                      <a:pt x="4838" y="3244"/>
                      <a:pt x="5367" y="2743"/>
                      <a:pt x="5390" y="2112"/>
                    </a:cubicBezTo>
                    <a:cubicBezTo>
                      <a:pt x="5412" y="1447"/>
                      <a:pt x="4883" y="901"/>
                      <a:pt x="4224" y="901"/>
                    </a:cubicBezTo>
                    <a:cubicBezTo>
                      <a:pt x="4162" y="901"/>
                      <a:pt x="4106" y="907"/>
                      <a:pt x="4049" y="918"/>
                    </a:cubicBezTo>
                    <a:cubicBezTo>
                      <a:pt x="3841" y="377"/>
                      <a:pt x="3317" y="0"/>
                      <a:pt x="27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34"/>
              <p:cNvSpPr/>
              <p:nvPr/>
            </p:nvSpPr>
            <p:spPr>
              <a:xfrm>
                <a:off x="11736659" y="1819588"/>
                <a:ext cx="235879" cy="335978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3098" extrusionOk="0">
                    <a:moveTo>
                      <a:pt x="0" y="0"/>
                    </a:moveTo>
                    <a:lnTo>
                      <a:pt x="0" y="1633"/>
                    </a:lnTo>
                    <a:cubicBezTo>
                      <a:pt x="0" y="1887"/>
                      <a:pt x="102" y="2129"/>
                      <a:pt x="282" y="2309"/>
                    </a:cubicBezTo>
                    <a:lnTo>
                      <a:pt x="1087" y="3098"/>
                    </a:lnTo>
                    <a:lnTo>
                      <a:pt x="1893" y="2309"/>
                    </a:lnTo>
                    <a:cubicBezTo>
                      <a:pt x="2073" y="2129"/>
                      <a:pt x="2174" y="1887"/>
                      <a:pt x="2174" y="1633"/>
                    </a:cubicBezTo>
                    <a:lnTo>
                      <a:pt x="217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34"/>
              <p:cNvSpPr/>
              <p:nvPr/>
            </p:nvSpPr>
            <p:spPr>
              <a:xfrm>
                <a:off x="11774508" y="1853099"/>
                <a:ext cx="160723" cy="249327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2299" extrusionOk="0">
                    <a:moveTo>
                      <a:pt x="1" y="1"/>
                    </a:moveTo>
                    <a:lnTo>
                      <a:pt x="1" y="1296"/>
                    </a:lnTo>
                    <a:cubicBezTo>
                      <a:pt x="1" y="1471"/>
                      <a:pt x="68" y="1640"/>
                      <a:pt x="192" y="1758"/>
                    </a:cubicBezTo>
                    <a:lnTo>
                      <a:pt x="738" y="2299"/>
                    </a:lnTo>
                    <a:lnTo>
                      <a:pt x="1285" y="1758"/>
                    </a:lnTo>
                    <a:cubicBezTo>
                      <a:pt x="1409" y="1640"/>
                      <a:pt x="1482" y="1471"/>
                      <a:pt x="1482" y="1296"/>
                    </a:cubicBezTo>
                    <a:lnTo>
                      <a:pt x="14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34"/>
              <p:cNvSpPr/>
              <p:nvPr/>
            </p:nvSpPr>
            <p:spPr>
              <a:xfrm>
                <a:off x="11782425" y="1903202"/>
                <a:ext cx="144889" cy="121681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1122" extrusionOk="0">
                    <a:moveTo>
                      <a:pt x="1031" y="1"/>
                    </a:moveTo>
                    <a:lnTo>
                      <a:pt x="530" y="502"/>
                    </a:lnTo>
                    <a:lnTo>
                      <a:pt x="311" y="282"/>
                    </a:lnTo>
                    <a:lnTo>
                      <a:pt x="1" y="592"/>
                    </a:lnTo>
                    <a:lnTo>
                      <a:pt x="530" y="1121"/>
                    </a:lnTo>
                    <a:lnTo>
                      <a:pt x="1336" y="310"/>
                    </a:lnTo>
                    <a:lnTo>
                      <a:pt x="103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83" name="Google Shape;2183;p34"/>
          <p:cNvGrpSpPr/>
          <p:nvPr/>
        </p:nvGrpSpPr>
        <p:grpSpPr>
          <a:xfrm>
            <a:off x="7193414" y="1778920"/>
            <a:ext cx="657966" cy="703622"/>
            <a:chOff x="8818376" y="1775908"/>
            <a:chExt cx="657966" cy="703622"/>
          </a:xfrm>
        </p:grpSpPr>
        <p:sp>
          <p:nvSpPr>
            <p:cNvPr id="2184" name="Google Shape;2184;p34"/>
            <p:cNvSpPr/>
            <p:nvPr/>
          </p:nvSpPr>
          <p:spPr>
            <a:xfrm>
              <a:off x="8818376" y="1908433"/>
              <a:ext cx="657966" cy="394650"/>
            </a:xfrm>
            <a:custGeom>
              <a:avLst/>
              <a:gdLst/>
              <a:ahLst/>
              <a:cxnLst/>
              <a:rect l="l" t="t" r="r" b="b"/>
              <a:pathLst>
                <a:path w="6067" h="3639" extrusionOk="0">
                  <a:moveTo>
                    <a:pt x="3031" y="1"/>
                  </a:moveTo>
                  <a:cubicBezTo>
                    <a:pt x="2349" y="1"/>
                    <a:pt x="1764" y="429"/>
                    <a:pt x="1527" y="1031"/>
                  </a:cubicBezTo>
                  <a:cubicBezTo>
                    <a:pt x="1465" y="1020"/>
                    <a:pt x="1397" y="1014"/>
                    <a:pt x="1336" y="1014"/>
                  </a:cubicBezTo>
                  <a:cubicBezTo>
                    <a:pt x="592" y="1014"/>
                    <a:pt x="1" y="1628"/>
                    <a:pt x="23" y="2371"/>
                  </a:cubicBezTo>
                  <a:cubicBezTo>
                    <a:pt x="46" y="3081"/>
                    <a:pt x="643" y="3638"/>
                    <a:pt x="1347" y="3638"/>
                  </a:cubicBezTo>
                  <a:lnTo>
                    <a:pt x="4714" y="3638"/>
                  </a:lnTo>
                  <a:cubicBezTo>
                    <a:pt x="5424" y="3638"/>
                    <a:pt x="6015" y="3081"/>
                    <a:pt x="6038" y="2371"/>
                  </a:cubicBezTo>
                  <a:cubicBezTo>
                    <a:pt x="6066" y="1628"/>
                    <a:pt x="5469" y="1014"/>
                    <a:pt x="4731" y="1014"/>
                  </a:cubicBezTo>
                  <a:cubicBezTo>
                    <a:pt x="4664" y="1014"/>
                    <a:pt x="4596" y="1020"/>
                    <a:pt x="4534" y="1031"/>
                  </a:cubicBezTo>
                  <a:cubicBezTo>
                    <a:pt x="4303" y="429"/>
                    <a:pt x="3718" y="1"/>
                    <a:pt x="30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4"/>
            <p:cNvSpPr/>
            <p:nvPr/>
          </p:nvSpPr>
          <p:spPr>
            <a:xfrm>
              <a:off x="9014453" y="1775908"/>
              <a:ext cx="419051" cy="352463"/>
            </a:xfrm>
            <a:custGeom>
              <a:avLst/>
              <a:gdLst/>
              <a:ahLst/>
              <a:cxnLst/>
              <a:rect l="l" t="t" r="r" b="b"/>
              <a:pathLst>
                <a:path w="3864" h="3250" extrusionOk="0">
                  <a:moveTo>
                    <a:pt x="817" y="0"/>
                  </a:moveTo>
                  <a:lnTo>
                    <a:pt x="1" y="817"/>
                  </a:lnTo>
                  <a:lnTo>
                    <a:pt x="817" y="1634"/>
                  </a:lnTo>
                  <a:lnTo>
                    <a:pt x="1121" y="1330"/>
                  </a:lnTo>
                  <a:lnTo>
                    <a:pt x="840" y="1042"/>
                  </a:lnTo>
                  <a:lnTo>
                    <a:pt x="1223" y="1042"/>
                  </a:lnTo>
                  <a:cubicBezTo>
                    <a:pt x="2439" y="1042"/>
                    <a:pt x="3430" y="2033"/>
                    <a:pt x="3430" y="3250"/>
                  </a:cubicBezTo>
                  <a:lnTo>
                    <a:pt x="3864" y="3250"/>
                  </a:lnTo>
                  <a:cubicBezTo>
                    <a:pt x="3864" y="1791"/>
                    <a:pt x="2681" y="609"/>
                    <a:pt x="1223" y="609"/>
                  </a:cubicBezTo>
                  <a:lnTo>
                    <a:pt x="828" y="609"/>
                  </a:lnTo>
                  <a:lnTo>
                    <a:pt x="1121" y="310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4"/>
            <p:cNvSpPr/>
            <p:nvPr/>
          </p:nvSpPr>
          <p:spPr>
            <a:xfrm>
              <a:off x="8878240" y="2128261"/>
              <a:ext cx="400180" cy="351270"/>
            </a:xfrm>
            <a:custGeom>
              <a:avLst/>
              <a:gdLst/>
              <a:ahLst/>
              <a:cxnLst/>
              <a:rect l="l" t="t" r="r" b="b"/>
              <a:pathLst>
                <a:path w="3690" h="3239" extrusionOk="0">
                  <a:moveTo>
                    <a:pt x="1" y="1"/>
                  </a:moveTo>
                  <a:cubicBezTo>
                    <a:pt x="1" y="1454"/>
                    <a:pt x="1183" y="2642"/>
                    <a:pt x="2642" y="2642"/>
                  </a:cubicBezTo>
                  <a:lnTo>
                    <a:pt x="2856" y="2642"/>
                  </a:lnTo>
                  <a:lnTo>
                    <a:pt x="2569" y="2929"/>
                  </a:lnTo>
                  <a:lnTo>
                    <a:pt x="2873" y="3239"/>
                  </a:lnTo>
                  <a:lnTo>
                    <a:pt x="3689" y="2422"/>
                  </a:lnTo>
                  <a:lnTo>
                    <a:pt x="2873" y="1606"/>
                  </a:lnTo>
                  <a:lnTo>
                    <a:pt x="2569" y="1916"/>
                  </a:lnTo>
                  <a:lnTo>
                    <a:pt x="2856" y="2208"/>
                  </a:lnTo>
                  <a:lnTo>
                    <a:pt x="2642" y="2208"/>
                  </a:lnTo>
                  <a:cubicBezTo>
                    <a:pt x="1426" y="2208"/>
                    <a:pt x="434" y="1217"/>
                    <a:pt x="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4"/>
            <p:cNvSpPr/>
            <p:nvPr/>
          </p:nvSpPr>
          <p:spPr>
            <a:xfrm>
              <a:off x="9048615" y="1965803"/>
              <a:ext cx="196186" cy="304311"/>
            </a:xfrm>
            <a:custGeom>
              <a:avLst/>
              <a:gdLst/>
              <a:ahLst/>
              <a:cxnLst/>
              <a:rect l="l" t="t" r="r" b="b"/>
              <a:pathLst>
                <a:path w="1809" h="2806" extrusionOk="0">
                  <a:moveTo>
                    <a:pt x="688" y="705"/>
                  </a:moveTo>
                  <a:lnTo>
                    <a:pt x="688" y="1054"/>
                  </a:lnTo>
                  <a:cubicBezTo>
                    <a:pt x="604" y="1015"/>
                    <a:pt x="547" y="969"/>
                    <a:pt x="547" y="896"/>
                  </a:cubicBezTo>
                  <a:cubicBezTo>
                    <a:pt x="547" y="812"/>
                    <a:pt x="598" y="744"/>
                    <a:pt x="688" y="705"/>
                  </a:cubicBezTo>
                  <a:close/>
                  <a:moveTo>
                    <a:pt x="1122" y="1685"/>
                  </a:moveTo>
                  <a:cubicBezTo>
                    <a:pt x="1251" y="1730"/>
                    <a:pt x="1336" y="1786"/>
                    <a:pt x="1336" y="1887"/>
                  </a:cubicBezTo>
                  <a:cubicBezTo>
                    <a:pt x="1336" y="1978"/>
                    <a:pt x="1268" y="2068"/>
                    <a:pt x="1122" y="2107"/>
                  </a:cubicBezTo>
                  <a:lnTo>
                    <a:pt x="1122" y="1685"/>
                  </a:lnTo>
                  <a:close/>
                  <a:moveTo>
                    <a:pt x="688" y="1"/>
                  </a:moveTo>
                  <a:lnTo>
                    <a:pt x="688" y="288"/>
                  </a:lnTo>
                  <a:cubicBezTo>
                    <a:pt x="299" y="361"/>
                    <a:pt x="74" y="626"/>
                    <a:pt x="74" y="936"/>
                  </a:cubicBezTo>
                  <a:cubicBezTo>
                    <a:pt x="74" y="1347"/>
                    <a:pt x="378" y="1488"/>
                    <a:pt x="688" y="1572"/>
                  </a:cubicBezTo>
                  <a:lnTo>
                    <a:pt x="688" y="2096"/>
                  </a:lnTo>
                  <a:cubicBezTo>
                    <a:pt x="508" y="2045"/>
                    <a:pt x="361" y="1944"/>
                    <a:pt x="254" y="1831"/>
                  </a:cubicBezTo>
                  <a:lnTo>
                    <a:pt x="1" y="2192"/>
                  </a:lnTo>
                  <a:cubicBezTo>
                    <a:pt x="164" y="2355"/>
                    <a:pt x="390" y="2479"/>
                    <a:pt x="688" y="2524"/>
                  </a:cubicBezTo>
                  <a:lnTo>
                    <a:pt x="688" y="2805"/>
                  </a:lnTo>
                  <a:lnTo>
                    <a:pt x="1122" y="2805"/>
                  </a:lnTo>
                  <a:lnTo>
                    <a:pt x="1122" y="2529"/>
                  </a:lnTo>
                  <a:cubicBezTo>
                    <a:pt x="1583" y="2467"/>
                    <a:pt x="1809" y="2192"/>
                    <a:pt x="1809" y="1831"/>
                  </a:cubicBezTo>
                  <a:cubicBezTo>
                    <a:pt x="1809" y="1397"/>
                    <a:pt x="1454" y="1262"/>
                    <a:pt x="1122" y="1172"/>
                  </a:cubicBezTo>
                  <a:lnTo>
                    <a:pt x="1122" y="710"/>
                  </a:lnTo>
                  <a:cubicBezTo>
                    <a:pt x="1262" y="750"/>
                    <a:pt x="1392" y="817"/>
                    <a:pt x="1499" y="919"/>
                  </a:cubicBezTo>
                  <a:lnTo>
                    <a:pt x="1758" y="575"/>
                  </a:lnTo>
                  <a:cubicBezTo>
                    <a:pt x="1589" y="418"/>
                    <a:pt x="1375" y="316"/>
                    <a:pt x="1122" y="282"/>
                  </a:cubicBezTo>
                  <a:lnTo>
                    <a:pt x="11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8" name="Google Shape;2188;p34"/>
          <p:cNvGrpSpPr/>
          <p:nvPr/>
        </p:nvGrpSpPr>
        <p:grpSpPr>
          <a:xfrm>
            <a:off x="7247860" y="3473068"/>
            <a:ext cx="549082" cy="554070"/>
            <a:chOff x="9406723" y="2935318"/>
            <a:chExt cx="549082" cy="554070"/>
          </a:xfrm>
        </p:grpSpPr>
        <p:sp>
          <p:nvSpPr>
            <p:cNvPr id="2189" name="Google Shape;2189;p34"/>
            <p:cNvSpPr/>
            <p:nvPr/>
          </p:nvSpPr>
          <p:spPr>
            <a:xfrm>
              <a:off x="9425593" y="2935318"/>
              <a:ext cx="509498" cy="306805"/>
            </a:xfrm>
            <a:custGeom>
              <a:avLst/>
              <a:gdLst/>
              <a:ahLst/>
              <a:cxnLst/>
              <a:rect l="l" t="t" r="r" b="b"/>
              <a:pathLst>
                <a:path w="4698" h="2829" extrusionOk="0">
                  <a:moveTo>
                    <a:pt x="2360" y="1"/>
                  </a:moveTo>
                  <a:cubicBezTo>
                    <a:pt x="1825" y="1"/>
                    <a:pt x="1375" y="333"/>
                    <a:pt x="1189" y="801"/>
                  </a:cubicBezTo>
                  <a:cubicBezTo>
                    <a:pt x="1138" y="795"/>
                    <a:pt x="1088" y="789"/>
                    <a:pt x="1037" y="789"/>
                  </a:cubicBezTo>
                  <a:cubicBezTo>
                    <a:pt x="463" y="789"/>
                    <a:pt x="1" y="1268"/>
                    <a:pt x="18" y="1848"/>
                  </a:cubicBezTo>
                  <a:cubicBezTo>
                    <a:pt x="40" y="2394"/>
                    <a:pt x="502" y="2828"/>
                    <a:pt x="1048" y="2828"/>
                  </a:cubicBezTo>
                  <a:lnTo>
                    <a:pt x="3678" y="2828"/>
                  </a:lnTo>
                  <a:cubicBezTo>
                    <a:pt x="4241" y="2828"/>
                    <a:pt x="4697" y="2372"/>
                    <a:pt x="4697" y="1809"/>
                  </a:cubicBezTo>
                  <a:cubicBezTo>
                    <a:pt x="4697" y="1246"/>
                    <a:pt x="4241" y="789"/>
                    <a:pt x="3678" y="789"/>
                  </a:cubicBezTo>
                  <a:cubicBezTo>
                    <a:pt x="3627" y="789"/>
                    <a:pt x="3577" y="795"/>
                    <a:pt x="3526" y="801"/>
                  </a:cubicBezTo>
                  <a:cubicBezTo>
                    <a:pt x="3346" y="333"/>
                    <a:pt x="2890" y="1"/>
                    <a:pt x="23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4"/>
            <p:cNvSpPr/>
            <p:nvPr/>
          </p:nvSpPr>
          <p:spPr>
            <a:xfrm>
              <a:off x="9502592" y="3270644"/>
              <a:ext cx="202259" cy="208441"/>
            </a:xfrm>
            <a:custGeom>
              <a:avLst/>
              <a:gdLst/>
              <a:ahLst/>
              <a:cxnLst/>
              <a:rect l="l" t="t" r="r" b="b"/>
              <a:pathLst>
                <a:path w="1865" h="1922" extrusionOk="0">
                  <a:moveTo>
                    <a:pt x="1431" y="1"/>
                  </a:moveTo>
                  <a:lnTo>
                    <a:pt x="1431" y="834"/>
                  </a:lnTo>
                  <a:lnTo>
                    <a:pt x="0" y="1527"/>
                  </a:lnTo>
                  <a:lnTo>
                    <a:pt x="186" y="1921"/>
                  </a:lnTo>
                  <a:lnTo>
                    <a:pt x="1864" y="1110"/>
                  </a:lnTo>
                  <a:lnTo>
                    <a:pt x="18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4"/>
            <p:cNvSpPr/>
            <p:nvPr/>
          </p:nvSpPr>
          <p:spPr>
            <a:xfrm>
              <a:off x="9671123" y="3354910"/>
              <a:ext cx="188811" cy="124175"/>
            </a:xfrm>
            <a:custGeom>
              <a:avLst/>
              <a:gdLst/>
              <a:ahLst/>
              <a:cxnLst/>
              <a:rect l="l" t="t" r="r" b="b"/>
              <a:pathLst>
                <a:path w="1741" h="1145" extrusionOk="0">
                  <a:moveTo>
                    <a:pt x="192" y="1"/>
                  </a:moveTo>
                  <a:lnTo>
                    <a:pt x="1" y="395"/>
                  </a:lnTo>
                  <a:lnTo>
                    <a:pt x="1555" y="1144"/>
                  </a:lnTo>
                  <a:lnTo>
                    <a:pt x="1741" y="75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4"/>
            <p:cNvSpPr/>
            <p:nvPr/>
          </p:nvSpPr>
          <p:spPr>
            <a:xfrm>
              <a:off x="9626550" y="3072181"/>
              <a:ext cx="109426" cy="109426"/>
            </a:xfrm>
            <a:custGeom>
              <a:avLst/>
              <a:gdLst/>
              <a:ahLst/>
              <a:cxnLst/>
              <a:rect l="l" t="t" r="r" b="b"/>
              <a:pathLst>
                <a:path w="1009" h="1009" extrusionOk="0">
                  <a:moveTo>
                    <a:pt x="507" y="0"/>
                  </a:moveTo>
                  <a:cubicBezTo>
                    <a:pt x="226" y="0"/>
                    <a:pt x="1" y="226"/>
                    <a:pt x="1" y="507"/>
                  </a:cubicBezTo>
                  <a:cubicBezTo>
                    <a:pt x="1" y="783"/>
                    <a:pt x="226" y="1009"/>
                    <a:pt x="507" y="1009"/>
                  </a:cubicBezTo>
                  <a:cubicBezTo>
                    <a:pt x="783" y="1009"/>
                    <a:pt x="1009" y="783"/>
                    <a:pt x="1009" y="507"/>
                  </a:cubicBezTo>
                  <a:cubicBezTo>
                    <a:pt x="1009" y="226"/>
                    <a:pt x="78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4"/>
            <p:cNvSpPr/>
            <p:nvPr/>
          </p:nvSpPr>
          <p:spPr>
            <a:xfrm>
              <a:off x="9592389" y="3187572"/>
              <a:ext cx="178400" cy="89363"/>
            </a:xfrm>
            <a:custGeom>
              <a:avLst/>
              <a:gdLst/>
              <a:ahLst/>
              <a:cxnLst/>
              <a:rect l="l" t="t" r="r" b="b"/>
              <a:pathLst>
                <a:path w="1645" h="824" extrusionOk="0">
                  <a:moveTo>
                    <a:pt x="822" y="1"/>
                  </a:moveTo>
                  <a:cubicBezTo>
                    <a:pt x="366" y="1"/>
                    <a:pt x="0" y="367"/>
                    <a:pt x="0" y="823"/>
                  </a:cubicBezTo>
                  <a:lnTo>
                    <a:pt x="1645" y="823"/>
                  </a:lnTo>
                  <a:cubicBezTo>
                    <a:pt x="1645" y="367"/>
                    <a:pt x="1273" y="1"/>
                    <a:pt x="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4"/>
            <p:cNvSpPr/>
            <p:nvPr/>
          </p:nvSpPr>
          <p:spPr>
            <a:xfrm>
              <a:off x="9440884" y="3284743"/>
              <a:ext cx="110077" cy="109968"/>
            </a:xfrm>
            <a:custGeom>
              <a:avLst/>
              <a:gdLst/>
              <a:ahLst/>
              <a:cxnLst/>
              <a:rect l="l" t="t" r="r" b="b"/>
              <a:pathLst>
                <a:path w="1015" h="1014" extrusionOk="0">
                  <a:moveTo>
                    <a:pt x="507" y="0"/>
                  </a:moveTo>
                  <a:cubicBezTo>
                    <a:pt x="231" y="0"/>
                    <a:pt x="1" y="225"/>
                    <a:pt x="1" y="507"/>
                  </a:cubicBezTo>
                  <a:cubicBezTo>
                    <a:pt x="1" y="783"/>
                    <a:pt x="231" y="1014"/>
                    <a:pt x="507" y="1014"/>
                  </a:cubicBezTo>
                  <a:cubicBezTo>
                    <a:pt x="789" y="1014"/>
                    <a:pt x="1014" y="783"/>
                    <a:pt x="1014" y="507"/>
                  </a:cubicBezTo>
                  <a:cubicBezTo>
                    <a:pt x="1014" y="225"/>
                    <a:pt x="789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4"/>
            <p:cNvSpPr/>
            <p:nvPr/>
          </p:nvSpPr>
          <p:spPr>
            <a:xfrm>
              <a:off x="9406723" y="3400133"/>
              <a:ext cx="178400" cy="89254"/>
            </a:xfrm>
            <a:custGeom>
              <a:avLst/>
              <a:gdLst/>
              <a:ahLst/>
              <a:cxnLst/>
              <a:rect l="l" t="t" r="r" b="b"/>
              <a:pathLst>
                <a:path w="1645" h="823" extrusionOk="0">
                  <a:moveTo>
                    <a:pt x="822" y="1"/>
                  </a:moveTo>
                  <a:cubicBezTo>
                    <a:pt x="366" y="1"/>
                    <a:pt x="0" y="367"/>
                    <a:pt x="0" y="823"/>
                  </a:cubicBezTo>
                  <a:lnTo>
                    <a:pt x="1645" y="823"/>
                  </a:lnTo>
                  <a:cubicBezTo>
                    <a:pt x="1645" y="367"/>
                    <a:pt x="1279" y="1"/>
                    <a:pt x="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4"/>
            <p:cNvSpPr/>
            <p:nvPr/>
          </p:nvSpPr>
          <p:spPr>
            <a:xfrm>
              <a:off x="9812217" y="3284743"/>
              <a:ext cx="109426" cy="109968"/>
            </a:xfrm>
            <a:custGeom>
              <a:avLst/>
              <a:gdLst/>
              <a:ahLst/>
              <a:cxnLst/>
              <a:rect l="l" t="t" r="r" b="b"/>
              <a:pathLst>
                <a:path w="1009" h="1014" extrusionOk="0">
                  <a:moveTo>
                    <a:pt x="502" y="0"/>
                  </a:moveTo>
                  <a:cubicBezTo>
                    <a:pt x="226" y="0"/>
                    <a:pt x="1" y="225"/>
                    <a:pt x="1" y="507"/>
                  </a:cubicBezTo>
                  <a:cubicBezTo>
                    <a:pt x="1" y="783"/>
                    <a:pt x="226" y="1014"/>
                    <a:pt x="502" y="1014"/>
                  </a:cubicBezTo>
                  <a:cubicBezTo>
                    <a:pt x="783" y="1014"/>
                    <a:pt x="1009" y="783"/>
                    <a:pt x="1009" y="507"/>
                  </a:cubicBezTo>
                  <a:cubicBezTo>
                    <a:pt x="1009" y="225"/>
                    <a:pt x="783" y="0"/>
                    <a:pt x="5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4"/>
            <p:cNvSpPr/>
            <p:nvPr/>
          </p:nvSpPr>
          <p:spPr>
            <a:xfrm>
              <a:off x="9777404" y="3400133"/>
              <a:ext cx="178400" cy="89254"/>
            </a:xfrm>
            <a:custGeom>
              <a:avLst/>
              <a:gdLst/>
              <a:ahLst/>
              <a:cxnLst/>
              <a:rect l="l" t="t" r="r" b="b"/>
              <a:pathLst>
                <a:path w="1645" h="823" extrusionOk="0">
                  <a:moveTo>
                    <a:pt x="823" y="1"/>
                  </a:moveTo>
                  <a:cubicBezTo>
                    <a:pt x="372" y="1"/>
                    <a:pt x="1" y="367"/>
                    <a:pt x="1" y="823"/>
                  </a:cubicBezTo>
                  <a:lnTo>
                    <a:pt x="1645" y="823"/>
                  </a:lnTo>
                  <a:cubicBezTo>
                    <a:pt x="1645" y="367"/>
                    <a:pt x="1279" y="1"/>
                    <a:pt x="8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4" name="Google Shape;2174;p34"/>
          <p:cNvSpPr/>
          <p:nvPr/>
        </p:nvSpPr>
        <p:spPr>
          <a:xfrm>
            <a:off x="3963763" y="2437325"/>
            <a:ext cx="1216500" cy="121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sym typeface="Fira Sans Extra Condensed"/>
              </a:rPr>
              <a:t>Clouding</a:t>
            </a:r>
            <a:endParaRPr lang="en" sz="1800" b="1">
              <a:solidFill>
                <a:schemeClr val="lt1"/>
              </a:solidFill>
              <a:latin typeface="Fira Sans Extra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28"/>
          <p:cNvSpPr/>
          <p:nvPr/>
        </p:nvSpPr>
        <p:spPr>
          <a:xfrm>
            <a:off x="2175111" y="2010117"/>
            <a:ext cx="4756200" cy="2493300"/>
          </a:xfrm>
          <a:prstGeom prst="roundRect">
            <a:avLst>
              <a:gd name="adj" fmla="val 1117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28"/>
          <p:cNvSpPr/>
          <p:nvPr/>
        </p:nvSpPr>
        <p:spPr>
          <a:xfrm>
            <a:off x="2175111" y="1644892"/>
            <a:ext cx="4756200" cy="785100"/>
          </a:xfrm>
          <a:prstGeom prst="roundRect">
            <a:avLst>
              <a:gd name="adj" fmla="val 2946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28"/>
          <p:cNvSpPr txBox="1">
            <a:spLocks noGrp="1"/>
          </p:cNvSpPr>
          <p:nvPr>
            <p:ph type="title"/>
          </p:nvPr>
        </p:nvSpPr>
        <p:spPr>
          <a:xfrm>
            <a:off x="350044" y="401470"/>
            <a:ext cx="8229600" cy="887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>
                <a:cs typeface="Arial"/>
              </a:rPr>
              <a:t>Probar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conexión</a:t>
            </a:r>
            <a:r>
              <a:rPr lang="en">
                <a:cs typeface="Arial"/>
              </a:rPr>
              <a:t> a http y ssh </a:t>
            </a:r>
            <a:r>
              <a:rPr lang="en" err="1">
                <a:cs typeface="Arial"/>
              </a:rPr>
              <a:t>desde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cualquier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lugar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usando</a:t>
            </a:r>
            <a:r>
              <a:rPr lang="en">
                <a:cs typeface="Arial"/>
              </a:rPr>
              <a:t> un </a:t>
            </a:r>
            <a:r>
              <a:rPr lang="en" err="1">
                <a:cs typeface="Arial"/>
              </a:rPr>
              <a:t>nombre</a:t>
            </a:r>
            <a:r>
              <a:rPr lang="en">
                <a:cs typeface="Arial"/>
              </a:rPr>
              <a:t> de </a:t>
            </a:r>
            <a:r>
              <a:rPr lang="en" err="1">
                <a:cs typeface="Arial"/>
              </a:rPr>
              <a:t>dominio</a:t>
            </a:r>
            <a:r>
              <a:rPr lang="en">
                <a:cs typeface="Arial"/>
              </a:rPr>
              <a:t> .com</a:t>
            </a:r>
            <a:endParaRPr lang="es-ES"/>
          </a:p>
        </p:txBody>
      </p:sp>
      <p:graphicFrame>
        <p:nvGraphicFramePr>
          <p:cNvPr id="1790" name="Google Shape;1790;p28"/>
          <p:cNvGraphicFramePr/>
          <p:nvPr>
            <p:extLst>
              <p:ext uri="{D42A27DB-BD31-4B8C-83A1-F6EECF244321}">
                <p14:modId xmlns:p14="http://schemas.microsoft.com/office/powerpoint/2010/main" val="2368521980"/>
              </p:ext>
            </p:extLst>
          </p:nvPr>
        </p:nvGraphicFramePr>
        <p:xfrm>
          <a:off x="2175105" y="1644892"/>
          <a:ext cx="4756125" cy="2885504"/>
        </p:xfrm>
        <a:graphic>
          <a:graphicData uri="http://schemas.openxmlformats.org/drawingml/2006/table">
            <a:tbl>
              <a:tblPr>
                <a:noFill/>
                <a:tableStyleId>{E64462F9-9AF8-48FB-A2FC-0BAF45328B85}</a:tableStyleId>
              </a:tblPr>
              <a:tblGrid>
                <a:gridCol w="158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78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Comprar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el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dominio</a:t>
                      </a:r>
                      <a:endParaRPr lang="en" sz="1800" b="1" err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Configurar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el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DNS</a:t>
                      </a:r>
                      <a:endParaRPr lang="en"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Crear Registro de 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tipo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A</a:t>
                      </a:r>
                      <a:endParaRPr lang="en"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Existen muchas plataformas para comprar dominios, nosotros escogimos "cdmon".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Después de comprado vamos a "lista de servicios".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Damos click en el botón: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Y creamos un nuevo registro de tipo 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Rellenamos todos los datos del registro y en la ip de destino ponemos la de nuestra MV en clouding para que nos redirija.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0" name="Grupo 39">
            <a:extLst>
              <a:ext uri="{FF2B5EF4-FFF2-40B4-BE49-F238E27FC236}">
                <a16:creationId xmlns:a16="http://schemas.microsoft.com/office/drawing/2014/main" id="{2FE2AEC2-9463-7914-A7FC-134A672BF641}"/>
              </a:ext>
            </a:extLst>
          </p:cNvPr>
          <p:cNvGrpSpPr/>
          <p:nvPr/>
        </p:nvGrpSpPr>
        <p:grpSpPr>
          <a:xfrm>
            <a:off x="3965360" y="3175393"/>
            <a:ext cx="1187156" cy="386067"/>
            <a:chOff x="2495927" y="3175393"/>
            <a:chExt cx="1187156" cy="386067"/>
          </a:xfrm>
        </p:grpSpPr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3EC0EE13-1CD9-F262-8A88-07A276168FB6}"/>
                </a:ext>
              </a:extLst>
            </p:cNvPr>
            <p:cNvSpPr/>
            <p:nvPr/>
          </p:nvSpPr>
          <p:spPr>
            <a:xfrm>
              <a:off x="2495927" y="3175393"/>
              <a:ext cx="1187156" cy="386067"/>
            </a:xfrm>
            <a:prstGeom prst="roundRect">
              <a:avLst/>
            </a:prstGeom>
            <a:solidFill>
              <a:srgbClr val="ED7D3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D7759DA1-64CC-93CC-6755-BE715B19E05F}"/>
                </a:ext>
              </a:extLst>
            </p:cNvPr>
            <p:cNvSpPr txBox="1"/>
            <p:nvPr/>
          </p:nvSpPr>
          <p:spPr>
            <a:xfrm>
              <a:off x="2789384" y="3215936"/>
              <a:ext cx="592511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" b="1">
                  <a:solidFill>
                    <a:srgbClr val="FFFFFF"/>
                  </a:solidFill>
                  <a:latin typeface="Montserrat"/>
                  <a:ea typeface="Roboto"/>
                  <a:cs typeface="Roboto"/>
                </a:rPr>
                <a:t>DNS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>
          <a:extLst>
            <a:ext uri="{FF2B5EF4-FFF2-40B4-BE49-F238E27FC236}">
              <a16:creationId xmlns:a16="http://schemas.microsoft.com/office/drawing/2014/main" id="{BFAA3C85-3686-571E-7238-43EFCD1A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28">
            <a:extLst>
              <a:ext uri="{FF2B5EF4-FFF2-40B4-BE49-F238E27FC236}">
                <a16:creationId xmlns:a16="http://schemas.microsoft.com/office/drawing/2014/main" id="{47E2499A-EB4A-7995-70EE-975B0C20EE5B}"/>
              </a:ext>
            </a:extLst>
          </p:cNvPr>
          <p:cNvSpPr/>
          <p:nvPr/>
        </p:nvSpPr>
        <p:spPr>
          <a:xfrm>
            <a:off x="705678" y="2010117"/>
            <a:ext cx="4756200" cy="2493300"/>
          </a:xfrm>
          <a:prstGeom prst="roundRect">
            <a:avLst>
              <a:gd name="adj" fmla="val 1117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28">
            <a:extLst>
              <a:ext uri="{FF2B5EF4-FFF2-40B4-BE49-F238E27FC236}">
                <a16:creationId xmlns:a16="http://schemas.microsoft.com/office/drawing/2014/main" id="{41039BA9-34AD-EC03-619F-59BBDB12FC74}"/>
              </a:ext>
            </a:extLst>
          </p:cNvPr>
          <p:cNvSpPr/>
          <p:nvPr/>
        </p:nvSpPr>
        <p:spPr>
          <a:xfrm>
            <a:off x="705678" y="1644892"/>
            <a:ext cx="4756200" cy="785100"/>
          </a:xfrm>
          <a:prstGeom prst="roundRect">
            <a:avLst>
              <a:gd name="adj" fmla="val 2946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28">
            <a:extLst>
              <a:ext uri="{FF2B5EF4-FFF2-40B4-BE49-F238E27FC236}">
                <a16:creationId xmlns:a16="http://schemas.microsoft.com/office/drawing/2014/main" id="{F7B0FBB4-3B07-F2BF-D733-7E60D5ACB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887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err="1">
                <a:cs typeface="Arial"/>
              </a:rPr>
              <a:t>Probar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conexión</a:t>
            </a:r>
            <a:r>
              <a:rPr lang="en">
                <a:cs typeface="Arial"/>
              </a:rPr>
              <a:t> a http y ssh </a:t>
            </a:r>
            <a:r>
              <a:rPr lang="en" err="1">
                <a:cs typeface="Arial"/>
              </a:rPr>
              <a:t>desde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cualquier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lugar</a:t>
            </a:r>
            <a:r>
              <a:rPr lang="en">
                <a:cs typeface="Arial"/>
              </a:rPr>
              <a:t> </a:t>
            </a:r>
            <a:r>
              <a:rPr lang="en" err="1">
                <a:cs typeface="Arial"/>
              </a:rPr>
              <a:t>usando</a:t>
            </a:r>
            <a:r>
              <a:rPr lang="en">
                <a:cs typeface="Arial"/>
              </a:rPr>
              <a:t> un </a:t>
            </a:r>
            <a:r>
              <a:rPr lang="en" err="1">
                <a:cs typeface="Arial"/>
              </a:rPr>
              <a:t>nombre</a:t>
            </a:r>
            <a:r>
              <a:rPr lang="en">
                <a:cs typeface="Arial"/>
              </a:rPr>
              <a:t> de </a:t>
            </a:r>
            <a:r>
              <a:rPr lang="en" err="1">
                <a:cs typeface="Arial"/>
              </a:rPr>
              <a:t>dominio</a:t>
            </a:r>
            <a:r>
              <a:rPr lang="en">
                <a:cs typeface="Arial"/>
              </a:rPr>
              <a:t> .com</a:t>
            </a:r>
            <a:endParaRPr lang="es-ES"/>
          </a:p>
        </p:txBody>
      </p:sp>
      <p:graphicFrame>
        <p:nvGraphicFramePr>
          <p:cNvPr id="1790" name="Google Shape;1790;p28">
            <a:extLst>
              <a:ext uri="{FF2B5EF4-FFF2-40B4-BE49-F238E27FC236}">
                <a16:creationId xmlns:a16="http://schemas.microsoft.com/office/drawing/2014/main" id="{EB0EE2C7-4E8B-8965-DA3A-ACC19C7B4B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71653"/>
              </p:ext>
            </p:extLst>
          </p:nvPr>
        </p:nvGraphicFramePr>
        <p:xfrm>
          <a:off x="705672" y="1644892"/>
          <a:ext cx="4756125" cy="2885504"/>
        </p:xfrm>
        <a:graphic>
          <a:graphicData uri="http://schemas.openxmlformats.org/drawingml/2006/table">
            <a:tbl>
              <a:tblPr>
                <a:noFill/>
                <a:tableStyleId>{E64462F9-9AF8-48FB-A2FC-0BAF45328B85}</a:tableStyleId>
              </a:tblPr>
              <a:tblGrid>
                <a:gridCol w="158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78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Comprar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el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dominio</a:t>
                      </a:r>
                      <a:endParaRPr lang="en" sz="1800" b="1" err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Configurar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el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DNS</a:t>
                      </a:r>
                      <a:endParaRPr lang="en"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Crear Registro de </a:t>
                      </a:r>
                      <a:r>
                        <a:rPr lang="en" sz="1800" b="1" err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tipo</a:t>
                      </a:r>
                      <a:r>
                        <a:rPr lang="en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</a:rPr>
                        <a:t> A</a:t>
                      </a:r>
                      <a:endParaRPr lang="en"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Existen muchas plataformas para comprar dominios, nosotros escogimos "cdmon".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Después de comprado vamos a "lista de servicios".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Damos click en el botón: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dirty="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Y creamos un nuevo registro de tipo A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</a:rPr>
                        <a:t>Rellenamos todos los datos del registro y en la ip de destino ponemos la de nuestra MV en clouding para que nos redirija.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Imagen 4" descr="Código QR&#10;&#10;El contenido generado por IA puede ser incorrecto.">
            <a:extLst>
              <a:ext uri="{FF2B5EF4-FFF2-40B4-BE49-F238E27FC236}">
                <a16:creationId xmlns:a16="http://schemas.microsoft.com/office/drawing/2014/main" id="{3CEBBCE2-670E-8336-184F-FDE314BD2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100" y="1747630"/>
            <a:ext cx="2401957" cy="24019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40" name="Grupo 39">
            <a:extLst>
              <a:ext uri="{FF2B5EF4-FFF2-40B4-BE49-F238E27FC236}">
                <a16:creationId xmlns:a16="http://schemas.microsoft.com/office/drawing/2014/main" id="{B4025D19-E87F-4B63-1CB5-0EED234CC537}"/>
              </a:ext>
            </a:extLst>
          </p:cNvPr>
          <p:cNvGrpSpPr/>
          <p:nvPr/>
        </p:nvGrpSpPr>
        <p:grpSpPr>
          <a:xfrm>
            <a:off x="2495927" y="3175393"/>
            <a:ext cx="1187156" cy="386067"/>
            <a:chOff x="2495927" y="3175393"/>
            <a:chExt cx="1187156" cy="386067"/>
          </a:xfrm>
        </p:grpSpPr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B90A9297-2CC6-3986-7D0B-06DB10B8CF1F}"/>
                </a:ext>
              </a:extLst>
            </p:cNvPr>
            <p:cNvSpPr/>
            <p:nvPr/>
          </p:nvSpPr>
          <p:spPr>
            <a:xfrm>
              <a:off x="2495927" y="3175393"/>
              <a:ext cx="1187156" cy="386067"/>
            </a:xfrm>
            <a:prstGeom prst="roundRect">
              <a:avLst/>
            </a:prstGeom>
            <a:solidFill>
              <a:srgbClr val="ED7D31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1F7DC911-55BA-D33B-A795-B1C6DE911C12}"/>
                </a:ext>
              </a:extLst>
            </p:cNvPr>
            <p:cNvSpPr txBox="1"/>
            <p:nvPr/>
          </p:nvSpPr>
          <p:spPr>
            <a:xfrm>
              <a:off x="2789384" y="3215936"/>
              <a:ext cx="592511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" b="1">
                  <a:solidFill>
                    <a:srgbClr val="FFFFFF"/>
                  </a:solidFill>
                  <a:latin typeface="Montserrat"/>
                  <a:ea typeface="Roboto"/>
                  <a:cs typeface="Roboto"/>
                </a:rPr>
                <a:t>DNS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0769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vacy &amp; Big Data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E6E6E6"/>
      </a:lt2>
      <a:accent1>
        <a:srgbClr val="115F8A"/>
      </a:accent1>
      <a:accent2>
        <a:srgbClr val="01B8AC"/>
      </a:accent2>
      <a:accent3>
        <a:srgbClr val="5CCFEE"/>
      </a:accent3>
      <a:accent4>
        <a:srgbClr val="FDCD51"/>
      </a:accent4>
      <a:accent5>
        <a:srgbClr val="115F8A"/>
      </a:accent5>
      <a:accent6>
        <a:srgbClr val="01B8AC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445</Words>
  <Application>Microsoft Office PowerPoint</Application>
  <PresentationFormat>Presentación en pantalla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Montserrat</vt:lpstr>
      <vt:lpstr>Roboto</vt:lpstr>
      <vt:lpstr>Fira Sans Extra Condensed</vt:lpstr>
      <vt:lpstr>Arial</vt:lpstr>
      <vt:lpstr>Fira Sans Extra Condensed SemiBold</vt:lpstr>
      <vt:lpstr>Privacy &amp; Big Data Infographics by Slidesgo</vt:lpstr>
      <vt:lpstr>Alojamiento de Servidor Web Cloud en Dominio</vt:lpstr>
      <vt:lpstr>INDICE</vt:lpstr>
      <vt:lpstr>CREACIÓN DE MÁQUINA VIRTUAL EN CLOUDING</vt:lpstr>
      <vt:lpstr>Configuración del Firewall de la MV para conexiones http y ssh exclusivamente</vt:lpstr>
      <vt:lpstr>Configuración del Firewall externo para conexiones http y ssh desde cualquier equipo</vt:lpstr>
      <vt:lpstr>Idem limitando conexiones desde la IP estática del Dpto. de informática</vt:lpstr>
      <vt:lpstr>Probar conexión a http y ssh desde cualquier lugar usando un nombre de dominio .com</vt:lpstr>
      <vt:lpstr>Probar conexión a http y ssh desde cualquier lugar usando un nombre de dominio 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Esteban Rios</cp:lastModifiedBy>
  <cp:revision>31</cp:revision>
  <dcterms:modified xsi:type="dcterms:W3CDTF">2025-11-13T18:22:05Z</dcterms:modified>
</cp:coreProperties>
</file>